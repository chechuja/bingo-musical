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Sencillos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Bonito 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Marta, Sebas, Guille y los demas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Emilio Aragon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 Huelen los Pies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Fabulosos Cadillacs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Matador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Rosalia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tu me 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Manana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Jose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Reggaeton Lento (Bailemos)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Queen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We Will Rock You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Dos Gardenias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feat. J Alvarez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Volvi a Nacer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A-ha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Take On Me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Rosalia y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Baile del Serrucho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AC/DC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Pont Aeri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Flying Free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Reggaeton Lento (Bailemos)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Aqui No Hay Playa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Rose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cancion del velero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Pont Aeri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Flying Free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Nube Azul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Sencillos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Bonito 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Rose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Village People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YMCA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Dos Gardenias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A-ha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Take On 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feat. J Alvarez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Volvi a Nacer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Jose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Rosalia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Manana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Frontera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Judas el Miserable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Nube Azul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Rosalia y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Lou Bega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Mambo No. 5 (A Little Bit of...)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Baile del Serrucho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Queen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We Will Rock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AC/DC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Marta, Sebas, Guille y los demas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Lou Bega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Mambo No. 5 (A Little Bit of...)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Emilio Aragon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 Huelen los Pies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Fabulosos Cadillacs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Matador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cancion del velero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Quiereme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Frontera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Judas el Miserable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Village People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YMCA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Carlos Vives feat. J Alvarez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Volvi a Nacer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AC/DC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Baile del Serrucho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Queen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We Will Rock You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Lou Bega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Mambo No. 5 (A Little Bit of...)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tu me das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Pont Aeri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Flying Free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Village People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YMCA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Aqui No Hay Playa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Reggaeton Lento (Bailemos)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Nube Azul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A-ha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Take On 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038337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Maria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Dos Gardenias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Rosalia y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Frontera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Judas el Miserable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Fabulosos Cadillacs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Matador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Sencillos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Bonito 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Manana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Jose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cancion del velero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