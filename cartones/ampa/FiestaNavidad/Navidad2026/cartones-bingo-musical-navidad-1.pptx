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Bon Jovi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Jingle Bell Rock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 McCartney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Simply Wonderful Christmastime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Harry SStyles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 (Cover)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Pentatonix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Hallelujah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Gloria Estefan &amp; Miami Sound Machine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Is the Time to Say I Love You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Killers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Don't Shoot Me Santa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Versión Clásica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Diablos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Rayo de Sol (Navidad)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Kelly Clarkson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Wrapped in Red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Nadie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Navidad (Rafael Farina)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Tiziano Ferro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Xmas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Campanas sobre Campanas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Stevie Wonder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Place Called Home for the Holidays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137160"/>
            <a:ext cx="120569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Venid Fieles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Blanca Navidad (Villancico Español)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(Baby, Please Come Home)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Pretenders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Happy Christmas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Wham!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Last Christmas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1205690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Enrique Iglesias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Sufjan Stevens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Only 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93726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96469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Ben Folds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Luckiest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I Want for Christmas Is You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30416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33159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Mocedades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Eres Tú (Navidad)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Canción de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 Tannenbaum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67106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69849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Adeste Fideles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203796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2065400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Snowman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9" y="2971800"/>
            <a:ext cx="1205690" cy="75438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Ariana Grande &amp; The Weeknd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Love Me Harder (Villancico)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 de Paz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Christina Aguilera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Time Is Here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Gloria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Joan Manuel Serrat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Cançó de Nadal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Nat King Cole Trio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Christmas Song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Pimpinela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Navidad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Fum, Fum, Fum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Arre, Borriquito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Los Peces en el Río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Villancico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Estos Villancicos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1205690" cy="75438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Destiny's Child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in Love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771900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799332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Frank Sinatra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I'll Be Home for Christmas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Luis Guerra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 Navidad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Elvis Presley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Santa Claus Is Coming to Town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138803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66235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Michael Bublé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It's Beginning to Look a Lot Like Christmas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Bing Crosby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White Christmas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Mariah Carey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Santa!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505706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533138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Vince Gill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Go Rest Young Sorrow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OneRepublic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Christmas with You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Alejandro Sanz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Noche Silenciosa (Navidad)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872608"/>
            <a:ext cx="1417320" cy="366903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900041"/>
            <a:ext cx="1362456" cy="31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Justin Bieber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Mistletoe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