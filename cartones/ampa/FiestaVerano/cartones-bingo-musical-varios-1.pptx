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Macarena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tu quieres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#019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#039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ROSÉ &amp; Bruno Mars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APT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Katy Perry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Roar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#059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#079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fiesta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Quiero montarme en tu velero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Juan Magan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Ayer la vi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ROSÉ &amp; Bruno Mars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APT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Katy Perry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Roar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Katy Perry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Roar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#099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ROSÉ &amp; Bruno Mars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APT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ROSÉ &amp; Bruno Mars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ROSÉ &amp; Bruno Mars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APT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#119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Vicco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Nochentera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Paulina Rubio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yo sigo aquí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Sebastian Yatra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Tacones rojos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Don Omar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Danza Kuduro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Chayanne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Madre Tierra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Las ketchup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Asereje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Alejandro Sanz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Corazón Partío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Estopa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Por la Raja de tu Falda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Paquito el Chocolatero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#139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Joaquín Sabina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Y nos dieron las 10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Radio Futura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Escuela de Calor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Melendi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Caminando por la vida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Civera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Que la detengan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Pereza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Princesa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CNCO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Reguetón Lento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2971800"/>
            <a:ext cx="1205690" cy="754380"/>
          </a:xfrm>
          <a:prstGeom prst="rect">
            <a:avLst/>
          </a:prstGeom>
        </p:spPr>
      </p:pic>
      <p:sp>
        <p:nvSpPr>
          <p:cNvPr id="60" name="Rectangle 59"/>
          <p:cNvSpPr/>
          <p:nvPr/>
        </p:nvSpPr>
        <p:spPr>
          <a:xfrm>
            <a:off x="18288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031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0020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2763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017520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044952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8288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031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60020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62763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King Africa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Bomba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044952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Carlos Vives &amp; 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Bicicleta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288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1031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60020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62763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Lolita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Sarandonga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17520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044952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Chocolate Latino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Mayonesa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8288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1031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60020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62763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017520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44952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429000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2880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645152" y="288036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2971800"/>
            <a:ext cx="1205690" cy="75438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469087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71830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0819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3562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La pegatina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Mari Carmen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25512" y="377190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552944" y="379933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Gente de zona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Gozadera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69087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71830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10819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Katy Perry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Roar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525512" y="413880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52944" y="416623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Baby Lores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mujer del pelotero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69087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71830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Alaska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 quien le importa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10819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3562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25512" y="450570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52944" y="453313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469087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71830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refrescos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Aquí no hay playa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10819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3562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Canto del Loco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Zapatillas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525512" y="487260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52944" y="4900041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936992" y="544982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90872" y="543153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669" y="137160"/>
            <a:ext cx="1205690" cy="7543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288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031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Camela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Cuando zarpa el amor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60020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2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Daddy Yankee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Gasolina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0020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Lola Indigo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reina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44952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Raphael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 gran noche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44952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Isabel Aaiún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Potra Salvaje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020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Zapato veloz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Tractor amarillo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44952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Myke Towers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Esa Falda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45720"/>
            <a:ext cx="4343400" cy="2743200"/>
          </a:xfrm>
          <a:prstGeom prst="rect">
            <a:avLst/>
          </a:prstGeom>
          <a:solidFill>
            <a:srgbClr val="FFFFFF"/>
          </a:solidFill>
          <a:ln w="381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am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662" y="137160"/>
            <a:ext cx="1205690" cy="75438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69087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1830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Las Babys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0819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562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Proyecto Uno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Tiburón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25512" y="937260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52944" y="964692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Consorcio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El Chacacha del Tren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9087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1830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Nino Bravo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Libre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3562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Luck 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morocha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25512" y="1304163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552944" y="1331595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El simbolo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Levantando las manos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9087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830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Amaral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Mis amigos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3562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Shakira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Pa Tipos Como Tú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25512" y="1671066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52944" y="1698498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David Bisbal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Buleria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087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1830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Karol G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Si antes te hubiera conocido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3562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Aitana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Superestrella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25512" y="2037968"/>
            <a:ext cx="1417320" cy="366903"/>
          </a:xfrm>
          <a:prstGeom prst="rect">
            <a:avLst/>
          </a:prstGeom>
          <a:solidFill>
            <a:srgbClr val="FFFFFF"/>
          </a:solidFill>
          <a:ln w="1270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52944" y="2065400"/>
            <a:ext cx="1362456" cy="312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700">
                <a:solidFill>
                  <a:srgbClr val="141414"/>
                </a:solidFill>
              </a:rPr>
              <a:t>Los Del Rio</a:t>
            </a:r>
          </a:p>
          <a:p>
            <a:pPr algn="ctr"/>
            <a:r>
              <a:rPr b="0" sz="600">
                <a:solidFill>
                  <a:srgbClr val="6E6E6E"/>
                </a:solidFill>
              </a:rPr>
              <a:t>La Macarena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36992" y="2615184"/>
            <a:ext cx="102412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A0A0A0"/>
                </a:solidFill>
              </a:defRPr>
            </a:pPr>
            <a:r>
              <a:t>Cartón #150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90872" y="2596896"/>
            <a:ext cx="32461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00">
                <a:solidFill>
                  <a:srgbClr val="B4B4B4"/>
                </a:solidFill>
              </a:defRPr>
            </a:pPr>
            <a:r>
              <a:t>bingomusicalgratis.es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