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quieres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Chayanne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Madre Tierra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Corazón Partío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&amp;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Bicicleta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Lolita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Sarandonga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Luis Fonsi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Despacito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Potra Salvaje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Superestrella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