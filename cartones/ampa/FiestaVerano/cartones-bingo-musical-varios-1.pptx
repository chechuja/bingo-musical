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Chiquitita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Olivia Newton-John &amp; John Travolta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Nights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Mungo Jerry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In the Summertime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Gala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Freed from Desire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Manolo Escobar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Porompompero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Aqua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Barbie Girl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Aserejé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Jarabe de Palo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Flaca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Mr. President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Coco Jambo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Righeira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Vamos a la Playa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Luis Fonsi ft. 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Despacito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Buster Poindexter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Hot Hot Hot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Madonna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Isla Bonita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Julio Iglesias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Vida Sigue Igual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Pharrell Williams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Happy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Mojinos Escozíos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Playa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Diablos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Un Rayo de Sol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Lobos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Bamba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Village People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Y.M.C.A.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ABBA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Waterloo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Ilegales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Sopa de Caracol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Bamboleo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Bryan Adams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 of '69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Gipsy Kings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Volare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Guantanamera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Trío Matamoros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Surfin' USA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Harry Belafonte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Banana Boat (Day-O)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Concha Velasco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Chica Ye-Yé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Wham!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Club Tropicana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Bobby McFerrin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Don't Worry Be Happy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Beach Boys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Kokomo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Calvin Harris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Summer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Bill Haley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Rock Around the Clock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Beatles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Twist and Shout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Bomba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The Champs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Tequila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Katrina and the Waves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Walking on Sunshine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