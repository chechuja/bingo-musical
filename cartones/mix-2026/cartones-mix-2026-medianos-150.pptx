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495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2763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4495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9087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2551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294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9087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2551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9087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288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031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0020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2763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1752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4495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69087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2551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5294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495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2763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4495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9087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2551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294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9087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2551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9087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288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031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0020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2763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1752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4495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69087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2551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5294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495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2763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4495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9087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2551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294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9087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2551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9087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288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031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0020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2763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1752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4495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69087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2551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5294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495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2763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4495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9087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2551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294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9087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2551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9087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288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031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0020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2763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1752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4495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69087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2551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5294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495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2763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4495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9087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2551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294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9087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2551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9087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288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031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0020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2763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1752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4495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69087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2551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5294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495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2763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4495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9087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2551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294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9087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2551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9087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288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031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0020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2763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1752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4495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69087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2551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5294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495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2763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4495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9087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2551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294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9087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2551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9087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288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031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0020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2763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1752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4495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69087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2551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5294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495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2763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4495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9087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2551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294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9087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2551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9087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288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031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0020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2763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1752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4495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69087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2551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5294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495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2763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4495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9087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2551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294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9087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2551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9087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288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031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0020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2763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1752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4495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69087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2551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5294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495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2763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4495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9087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2551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294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9087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2551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9087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288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031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0020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2763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1752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4495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69087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2551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5294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495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2763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4495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9087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2551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294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9087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2551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9087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288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031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0020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2763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1752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4495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69087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2551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5294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495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2763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4495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9087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2551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294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9087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2551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9087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288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031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0020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2763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1752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4495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69087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2551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5294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495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2763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4495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9087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2551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294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9087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2551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9087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288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031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0020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2763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1752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4495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69087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2551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5294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495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2763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4495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9087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2551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294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9087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2551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9087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288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031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0020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2763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1752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4495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69087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2551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5294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495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2763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4495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9087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2551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294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9087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2551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9087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288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031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0020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2763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1752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4495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#059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69087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2551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5294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495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2763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4495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9087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2551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294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9087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2551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9087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288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031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0020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2763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1752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4495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69087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2551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5294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495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2763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4495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9087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2551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294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9087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2551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9087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288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031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0020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2763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1752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4495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69087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2551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5294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495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2763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4495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#069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9087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2551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294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9087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2551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9087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288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031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0020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2763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1752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4495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69087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2551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5294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495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2763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4495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9087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2551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294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9087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2551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9087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288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031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0020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2763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1752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4495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69087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2551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5294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495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2763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4495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9087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2551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294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9087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2551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9087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288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031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0020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2763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1752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4495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#079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69087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2551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5294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495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2763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4495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9087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2551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294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9087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2551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9087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288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031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0020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2763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1752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4495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69087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2551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5294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495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2763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4495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9087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2551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294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9087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2551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9087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288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031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0020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2763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1752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4495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69087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2551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5294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495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2763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4495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#089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9087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2551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294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9087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2551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9087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288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031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0020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2763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1752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4495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69087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2551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5294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495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2763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4495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9087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2551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294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9087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2551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9087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288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031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0020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2763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1752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4495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69087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2551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5294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495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2763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4495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9087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2551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294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9087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2551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9087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288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031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0020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2763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1752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4495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#099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69087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2551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5294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495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2763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4495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9087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2551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294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9087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2551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9087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288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031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0020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2763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1752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4495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69087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2551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5294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495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2763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4495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9087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2551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294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9087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2551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9087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288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031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0020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2763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1752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4495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69087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2551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5294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495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2763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4495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9087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2551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294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9087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2551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9087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288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031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0020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2763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1752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4495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69087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2551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5294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495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2763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4495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9087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2551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294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9087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2551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9087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288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031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0020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2763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1752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4495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69087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2551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5294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495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2763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4495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9087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2551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294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9087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2551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9087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288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031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0020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2763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1752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4495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#119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69087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2551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5294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495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2763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4495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9087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2551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294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9087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2551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9087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288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031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0020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2763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1752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4495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69087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2551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5294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495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2763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4495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9087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2551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294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9087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2551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9087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288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031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0020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2763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1752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4495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69087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2551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5294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495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2763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4495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9087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2551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294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9087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2551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9087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288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031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0020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2763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1752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4495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69087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2551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5294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495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2763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4495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9087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2551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294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9087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2551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9087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288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031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0020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2763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1752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4495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69087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2551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5294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495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2763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4495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9087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2551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294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9087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2551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9087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288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031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0020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2763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1752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4495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#139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69087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2551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5294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Raindance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Dave, Tems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Smooth Criminal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495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2763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4495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9087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2551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294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9087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2551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9087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288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031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0020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2763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1752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4495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69087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2551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5294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Shabang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White Keys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End of Beginning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Djo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BAILE INoLVIDABLE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Janice STFU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495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2763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Sailor Song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Gigi Perez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4495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9087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cure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DtMF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2551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294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9087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Ordinary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Alex Warren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2551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9087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288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031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60020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2763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17520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44952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288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031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WHERE IS MY HUSBAND!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RAYE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0020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2763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44952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Beauty And A Beat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Bieber, Nicki Minaj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Mr. Brightside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Killers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0020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62763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Beat 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17520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44952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Chicago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031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DAISIES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Bieber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0020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2763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SWIM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BTS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44952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69087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25512" y="2926079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52944" y="2953511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Don't Stop 'Til You Get Enough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69087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1830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drop dead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Rodrigo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0819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3562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25512" y="350443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52944" y="3531869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9087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1830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Human Nature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0819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3562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Riptide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Vance Joy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25512" y="408279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52944" y="411022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69087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1830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Die With A Smile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Lady Gaga, Bruno Mars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0819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3562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Man I Need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525512" y="466115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52944" y="4688586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Stateside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PinkPantheress, Zara Larsson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BIRDS OF A FEATHER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Eilish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Dracula (JENNIE Remix)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Tame Impala, JENNIE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4952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Ran To Atlanta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Future, Molly Santana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 The Floor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Jennifer Lopez, Pitbull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Babydoll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Dominic Fike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Risk It All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4952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One Dance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Drake, Wizkid, Kyla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Fate of Ophelia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Taylor Swift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0020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2763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NUEVAYoL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Bad Bunny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7520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44952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Locked out of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Bruno Mars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#149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9087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Whisper My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The One That Got Away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91440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18872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Love Me Not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Ravyn Lenae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Choosin' Texas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Ella Langley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So Easy (To Fall In Love)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Olivia Dean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25512" y="669797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2944" y="697230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Lush Life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Zara Larsson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9087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1830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Golden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HUNTR/X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0819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3562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Self Aware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Temper City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25512" y="1248156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275588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Earrings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Malcolm Todd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9087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National Treasures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Drake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back to friends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sombr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1826514"/>
            <a:ext cx="1417320" cy="578358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1853945"/>
            <a:ext cx="1362456" cy="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#150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