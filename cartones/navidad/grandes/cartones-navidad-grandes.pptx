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Santa Tell Me - Ariana Grande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Jingle Bell Rock - Bobby Helms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White Christmas - Bing Crosby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Last Christmas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Wonderful Christmastime - Paul McCartney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Rockin' Around The Christmas Tree - Brenda Lee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Underneath the Tree - Kelly Clarkson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Mistletoe - Justin Bieber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 They Know It's Christmas? - Band Aid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Jingle Bells - Traditional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Let It Snow! Let It Snow! Let It Snow! - Dean Martin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It's Beginning to Look a Lot Like Christmas - Michael Bublé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Snowman - 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Happy Xmas (War Is Over) - John Lennon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The Christmas Song - Nat King Cole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All I Want For Christmas Is You - Mariah Carey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Feliz Navidad - José Feliciano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Merry Christmas Everyone - Shakin' Stevens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Santa Claus Is Coming to Town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40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Snowman - 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All I Want For Christmas Is You - Mariah Carey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Jingle Bells - Traditional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 They Know It's Christmas? - Band 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White Christmas - Bing Crosby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Mistletoe - Justin Bieber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Wonderful Christmastime - Paul McCartney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Feliz Navidad - José Feliciano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Rockin' Around The Christmas Tree - Brenda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The Christmas Song - Nat King Cole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Holly Jolly Christmas - Michael Bublé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Last Christmas - Wham!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Merry Christmas Everyone - Shakin' Stevens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It's Beginning to Look a Lot Like Christmas - Michael Bublé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Santa Claus Is Coming to Town - Bruce Springsteen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Underneath the Tree - Kelly Clarkson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Santa Tell Me - Ariana Grande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Happy Xmas (War Is Over) - John Lennon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Let It Snow! Let It Snow! Let It Snow! - Dean Martin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40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Wonderful Christmastime - Paul McCartney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Santa Tell Me - Ariana Grande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Underneath the Tree - Kelly Clarkson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Rockin' Around The Christmas Tree - Brenda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Mistletoe - Justin Bieber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The Christmas Song - Nat King Cole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It's Beginning to Look a Lot Like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Let It Snow! Let It Snow! Let It Snow! - Dean Martin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Jingle Bell Rock - Bobby Helms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Happy Xmas (War Is Over) - John Lennon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Feliz Navidad - José Feliciano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Snowman - 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White Christmas - Bing Crosby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Jingle Bells - Traditional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Holly Jolly Christmas - Michael Bublé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 They Know It's Christmas? - Band 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Last Christmas - Wham!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All I Want For Christmas Is You - Mariah Carey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Santa Claus Is Coming to Town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40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Santa Tell Me - Ariana Grande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White Christmas - Bing Crosby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Jingle Bell Rock - Bobby Helms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Snowman - 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Wonderful Christmastime - Paul McCartney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Underneath the Tree - Kelly Clarkson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It's Beginning to Look a Lot Like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The Christmas Song - Nat King Cole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Let It Snow! Let It Snow! Let It Snow! - Dean Martin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Santa Claus Is Coming to Town - Bruce Springsteen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Happy Xmas (War Is Over) - John Lennon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Merry Christmas Everyone - Shakin' Stevens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Jingle Bells - Traditional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Last Christmas - Wham!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All I Want For Christmas Is You - Mariah Carey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Mistletoe - Justin Bieber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Holly Jolly Christmas - Michael Bublé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Feliz Navidad - José Feliciano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Rockin' Around The Christmas Tree - Brenda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40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Jingle Bell Rock - Bobby Helms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Feliz Navidad - José Feliciano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Holly Jolly Christmas - Michael Bublé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Wonderful Christmastime - Paul McCartney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Happy Xmas (War Is Over) - John Lennon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Do They Know It's Christmas? - Band 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Let It Snow! Let It Snow! Let It Snow! - Dean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Bells - Traditional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Merry Christmas Everyone - Shakin' Stevens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Underneath the Tree - Kelly Clarkson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All I Want For Christmas Is You - Mariah Carey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Santa Claus Is Coming to Town - Bruce Springsteen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Mistletoe - Justin Bieber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Snowman - 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Santa Tell Me - Ariana Grande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Last Christmas - Wham!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It's Beginning to Look a Lot Like Christmas - Michael Bublé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Rockin' Around The Christmas Tree - Brenda Lee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The Christmas Song - Nat King Cole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White Christmas - Bing Crosby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40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Jingle Bell Rock - Bobby Helms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White Christmas - Bing Crosby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Jingle Bells - Traditional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Feliz Navidad - José Feliciano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The Christmas Song - Nat King Cole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Snowman - 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All I Want For Christmas Is You - Mariah Carey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It's Beginning to Look a Lot Like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Wonderful Christmastime - Paul McCartney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Let It Snow! Let It Snow! Let It Snow! - Dean Martin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Mistletoe - Justin Bieber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Underneath the Tree - Kelly Clarkson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Merry Christmas Everyone - Shakin' Stevens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Rockin' Around The Christmas Tree - Brenda Lee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 They Know It's Christmas? - Band 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Last Christmas - Wham!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Santa Claus Is Coming to Town - Bruce Springsteen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Holly Jolly Christmas - Michael Bublé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40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The Christmas Song - Nat King 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Santa Claus Is Coming to Town - Bruce Springsteen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All I Want For Christmas Is You - Mariah Carey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Santa Tell Me - Ariana Grande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Rockin' Around The Christmas Tree - Brenda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Merry Christmas Everyone - Shakin' Stevens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Feliz Navidad - José Feliciano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Holly Jolly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Jingle Bells - Traditional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Let It Snow! Let It Snow! Let It Snow! - Dean Martin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 They Know It's Christmas? - Band Aid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It's Beginning to Look a Lot Like Christmas - Michael Bublé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Wonderful Christmastime - Paul McCartney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Jingle Bell Rock - Bobby Helms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Xmas (War Is Over) - John Lennon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Snowman - Sia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Mistletoe - Justin Bieber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Last Christmas - Wham!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Underneath the Tree - Kelly Clarkson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40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Merry Christmas Everyone - Shakin' Stevens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The Christmas Song - Nat King Cole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Santa Tell Me - Ariana Grande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White Christmas - Bing Crosby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Do They Know It's Christmas? - Band 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Jingle Bells - 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Snowman - 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Happy Xmas (War Is Over) - John Lennon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Jingle Bell Rock - Bobby Helms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Holly Jolly Christmas - Michael Bublé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It's Beginning to Look a Lot Like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All I Want For Christmas Is You - Mariah Carey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Rockin' Around The Christmas Tree - Brenda Lee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Let It Snow! Let It Snow! Let It Snow! - Dean Martin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Mistletoe - Justin Bieber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Last Christmas - Wham!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Wonderful Christmastime - Paul McCartney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Santa Claus Is Coming to Town - Bruce Springsteen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Underneath the Tree - Kelly Clarkson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Feliz Navidad - José Feliciano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40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It's Beginning to Look a Lot Like Christmas - Michael Bublé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Mistletoe - Justin Bieber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Merry Christmas Everyone - Shakin' Stevens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Holly Jolly Christmas - Michael Bublé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Do They Know It's Christmas? - Band 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Happy Xmas (War Is Over) - John Lennon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Jingle Bell Rock - Bobby Helms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The Christmas Song - Nat King Cole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Last Christmas - Wham!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Santa Tell Me - Ariana Grande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All I Want For Christmas Is You - Mariah Carey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Snowman - 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Jingle Bells - Traditional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Underneath the Tree - Kelly Clarkson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Santa Claus Is Coming to Town - Bruce Springsteen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Wonderful Christmastime - Paul McCartney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Feliz Navidad - José Feliciano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Let It Snow! Let It Snow! Let It Snow! - Dean Martin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White Christmas - Bing Crosby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Rockin' Around The Christmas Tree - Brenda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40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Jingle Bell Rock - Bobby Helms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Last Christmas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White Christmas - Bing Crosby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Jingle Bells - Traditional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Feliz Navidad - José Feliciano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It's Beginning to Look a Lot Like Christmas - Michael Bublé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The Christmas Song - Nat King Cole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Wonderful Christmastime - Paul McCartney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Happy Xmas (War Is Over) - John Lennon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Rockin' Around The Christmas Tree - Brenda 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Santa Claus Is Coming to Town - Bruce Springsteen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All I Want For Christmas Is You - Mariah Carey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Let It Snow! Let It Snow! Let It Snow! - Dean Martin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Merry Christmas Everyone - Shakin' Stevens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Mistletoe - Justin Bieber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Underneath the Tree - Kelly Clarkson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Snowman - Sia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 They Know It's Christmas? - Band 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40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The Christmas Song - Nat King 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Snowman - 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Last Christmas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 They Know It's Christmas? - Band 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Holly Jolly Christmas - Michael Bublé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Santa Tell Me - Ariana Grande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All I Want For Christmas Is You - Mariah Carey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It's Beginning to Look a Lot Like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Let It Snow! Let It Snow! Let It Snow! - Dean Martin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Mistletoe - Justin Bieber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Jingle Bell Rock - Bobby Helms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Santa Claus Is Coming to Town - Bruce Springsteen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Jingle Bells - Traditional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Happy Xmas (War Is Over) - John Lennon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Feliz Navidad - José Feliciano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Merry Christmas Everyone - Shakin' Stevens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Underneath the Tree - Kelly Clarkson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White Christmas - Bing Crosby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Rockin' Around The Christmas Tree - Brenda Lee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Wonderful Christmastime - Paul McCartney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40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It's Beginning to Look a Lot Like Christmas - Michael Bublé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All I Want For Christmas Is You - Mariah Carey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Holly Jolly Christmas - Michael Bublé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Santa Claus Is Coming to Town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Wonderful Christmastime - Paul McCartney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Jingle Bells - Traditional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Rockin' Around The Christmas Tree - Brenda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Last Christmas - Wham!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The Christmas Song - Nat King Cole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Let It Snow! Let It Snow! Let It Snow! - Dean Martin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Mistletoe - Justin Bieber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Snowman - 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White Christmas - Bing Crosby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Underneath the Tree - Kelly Clarkson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Happy Xmas (War Is Over) - John Lennon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Feliz Navidad - José Feliciano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Santa Tell Me - Ariana Grande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40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Feliz Navidad - José Feliciano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White Christmas - Bing Crosby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All I Want For Christmas Is You - Mariah Carey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Let It Snow! Let It Snow! Let It Snow! - Dean Martin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Jingle Bells - 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Mistletoe - Justin Bieber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Wonderful Christmastime - Paul McCartney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Jingle Bell Rock - Bobby Helms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Santa Tell Me - Ariana Grande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Happy Xmas (War Is Over) - John Lennon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Santa Claus Is Coming to Town - Bruce Springsteen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Snowman - 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The Christmas Song - Nat King Cole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It's Beginning to Look a Lot Like Christmas - Michael Bublé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Rockin' Around The Christmas Tree - Brenda Lee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Last Christmas - Wham!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Holly Jolly Christmas - Michael Bublé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Underneath the Tree - Kelly Clarkson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 They Know It's Christmas? - Band 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40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Santa Claus Is Coming to Town - Bruce Springsteen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All I Want For Christmas Is You - Mariah Carey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Jingle Bells - Traditional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The Christmas Song - Nat King Cole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Feliz Navidad - José Feliciano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White Christmas - Bing Crosby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Mistletoe - Justin Bieber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Rockin' Around The Christmas Tree - Brenda 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Do They Know It's Christmas? - Band Aid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Wonderful Christmastime - Paul McCartney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Let It Snow! Let It Snow! Let It Snow! - Dean Martin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Jingle Bell Rock - Bobby Helms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Underneath the Tree - Kelly Clarkson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It's Beginning to Look a Lot Like Christmas - Michael Bublé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Holly Jolly Christmas - Michael Bublé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Merry Christmas Everyone - Shakin' Stevens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40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Underneath the Tree - Kelly Clarkson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Holly Jolly Christmas - Michael Bublé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Mistletoe - Justin Bieber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The Christmas Song - Nat King Cole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Jingle Bells - 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Snowman - 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Rockin' Around The Christmas Tree - Brenda Lee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Santa Tell Me - Ariana Grande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Feliz Navidad - José Feliciano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Happy Xmas (War Is Over) - John Lennon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Wonderful Christmastime - Paul McCartney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White Christmas - Bing Crosby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Santa Claus Is Coming to Town - Bruce Springsteen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It's Beginning to Look a Lot Like Christmas - Michael Bublé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Last Christmas - Wham!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Let It Snow! Let It Snow! Let It Snow! - Dean Martin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Merry Christmas Everyone - Shakin' Stevens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All I Want For Christmas Is You - Mariah Carey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40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Santa Claus Is Coming to Town - Bruce Springsteen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It's Beginning to Look a Lot Like Christmas - Michael Bublé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Let It Snow! Let It Snow! Let It Snow! - Dean Martin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Last Christmas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Wonderful Christmastime - Paul McCartney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Happy Xmas (War Is Over) - John Lennon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Santa Tell Me - Ariana Grande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Holly Jolly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Underneath the Tree - Kelly Clarkson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Rockin' Around The Christmas Tree - Brenda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The Christmas Song - Nat King Cole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Jingle Bell Rock - Bobby Helms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Feliz Navidad - José Feliciano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Snowman - 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Jingle Bells - Traditional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White Christmas - Bing Crosby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All I Want For Christmas Is You - Mariah Carey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 They Know It's Christmas? - Band 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Mistletoe - Justin Bieber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40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Mistletoe - Justin Bieber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Happy Xmas (War Is Over) - John Lennon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Jingle Bell Rock - Bobby Helms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Wonderful Christmastime - Paul McCartney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Underneath the Tree - Kelly Clarkson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All I Want For Christmas Is You - Mariah Carey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Holly Jolly Christmas - Michael Bublé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Santa Claus Is Coming to Town - Bruce Springsteen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Feliz Navidad - José Feliciano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It's Beginning to Look a Lot Like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Jingle Bells - Traditional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The Christmas Song - Nat King Cole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Merry Christmas Everyone - Shakin' Stevens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 They Know It's Christmas? - Band Aid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Let It Snow! Let It Snow! Let It Snow! - Dean Martin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Rockin' Around The Christmas Tree - Brenda Lee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Snowman - Sia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Santa Tell Me - Ariana Grande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Last Christmas - Wham!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40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Rockin' Around The Christmas Tree - Brenda 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Jingle Bells - 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Feliz Navidad - José Feliciano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Underneath the Tree - Kelly Clarkson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Santa Claus Is Coming to Town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All I Want For Christmas Is You - Mariah Carey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Wonderful Christmastime - Paul McCartney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The Christmas Song - Nat King Cole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Holly Jolly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White Christmas - Bing Crosby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Let It Snow! Let It Snow! Let It Snow! - Dean Martin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Mistletoe - Justin Bieber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Happy Xmas (War Is Over) - John Lennon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Snowman - 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Santa Tell Me - Ariana Grande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It's Beginning to Look a Lot Like Christmas - Michael Bublé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Jingle Bell Rock - Bobby Helms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40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Jingle Bells - 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The Christmas Song - Nat King Cole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Mistletoe - Justin Bieber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White Christmas - Bing Crosby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All I Want For Christmas Is You - Mariah Carey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Wonderful Christmastime - Paul McCartney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Feliz Navidad - José Feliciano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Snowman - 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Holly Jolly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Jingle Bell Rock - Bobby Helms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Rockin' Around The Christmas Tree - Brenda Lee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Santa Tell Me - Ariana Grande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Underneath the Tree - Kelly Clarkson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Xmas (War Is Over) - John Lennon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Santa Claus Is Coming to Town - Bruce Springsteen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It's Beginning to Look a Lot Like Christmas - Michael Bublé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Let It Snow! Let It Snow! Let It Snow! - Dean Martin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Last Christmas - Wham!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40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Jingle Bells - 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Underneath the Tree - Kelly Clarkson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Wonderful Christmastime - Paul McCartney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The Christmas Song - Nat King Cole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Snowman - 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Holly Jolly Christmas - Michael Bublé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All I Want For Christmas Is You - Mariah Carey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Santa Tell Me - Ariana Grande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White Christmas - Bing Crosby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Feliz Navidad - José Feliciano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It's Beginning to Look a Lot Like Christmas - Michael Bublé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Jingle Bell Rock - Bobby Helms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Santa Claus Is Coming to Town - Bruce Springsteen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Merry Christmas Everyone - Shakin' Stevens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Xmas (War Is Over) - John Lennon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Rockin' Around The Christmas Tree - Brenda Lee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Last Christmas - Wham!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Let It Snow! Let It Snow! Let It Snow! - Dean Martin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 They Know It's Christmas? - Band 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40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Snowman - 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Jingle Bell Rock - Bobby Helms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Last Christmas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Wonderful Christmastime - Paul McCartney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Let It Snow! Let It Snow! Let It Snow! - Dean Martin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Jingle Bells - Traditional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All I Want For Christmas Is You - Mariah Carey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It's Beginning to Look a Lot Like Christmas - Michael Bublé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Holly Jolly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The Christmas Song - Nat King Cole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Feliz Navidad - José Feliciano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Santa Claus Is Coming to Town - Bruce Springsteen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Mistletoe - Justin Bieber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Santa Tell Me - Ariana Grande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Happy Xmas (War Is Over) - John Lennon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 They Know It's Christmas? - Band Aid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Underneath the Tree - Kelly Clarkson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Rockin' Around The Christmas Tree - Brenda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40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Holly Jolly Christmas - Michael Bublé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Santa Claus Is Coming to Town - Bruce Springsteen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Mistletoe - Justin Bieber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Wonderful Christmastime - Paul McCartney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Jingle Bells - 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Let It Snow! Let It Snow! Let It Snow! - Dean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Snowman - Sia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Santa Tell Me - Ariana Grande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It's Beginning to Look a Lot Like Christmas - Michael Bublé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White Christmas - Bing Crosby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Rockin' Around The Christmas Tree - Brenda 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All I Want For Christmas Is You - Mariah Carey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Last Christmas - Wham!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Feliz Navidad - José Feliciano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Xmas (War Is Over) - John Lennon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Underneath the Tree - Kelly Clarkson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The Christmas Song - Nat King Cole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Jingle Bell Rock - Bobby Helms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 They Know It's Christmas? - Band 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40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Jingle Bells - 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All I Want For Christmas Is You - Mariah Carey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Santa Claus Is Coming to Town - Bruce Springsteen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The Christmas Song - Nat King Cole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Rockin' Around The Christmas Tree - Brenda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It's Beginning to Look a Lot Like Christmas - Michael Bublé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Mistletoe - Justin Bieber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White Christmas - Bing Crosby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Last Christmas - Wham!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Holly Jolly Christmas - Michael Bublé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Feliz Navidad - José Feliciano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Let It Snow! Let It Snow! Let It Snow! - Dean Martin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Underneath the Tree - Kelly Clarkson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Santa Tell Me - Ariana Grande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Jingle Bell Rock - Bobby Helms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Wonderful Christmastime - Paul McCartney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Snowman - Sia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40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Holly Jolly Christmas - Michael Bublé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Last Christmas - Wham!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Happy Xmas (War Is Over) - John Lennon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Underneath the Tree - Kelly Clarkson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All I Want For Christmas Is You - Mariah Carey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Mistletoe - Justin Bieber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Jingle Bell Rock - Bobby Helms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Snowman - 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The Christmas Song - Nat King Cole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Feliz Navidad - José Feliciano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Let It Snow! Let It Snow! Let It Snow! - Dean Martin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Santa Claus Is Coming to Town - Bruce Springsteen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Santa Tell Me - Ariana Grande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Merry Christmas Everyone - Shakin' Stevens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Jingle Bells - Traditional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It's Beginning to Look a Lot Like Christmas - Michael Bublé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 They Know It's Christmas? - Band Aid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Wonderful Christmastime - Paul McCartney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Rockin' Around The Christmas Tree - Brenda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40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Holly Jolly Christmas - Michael Bublé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Let It Snow! Let It Snow! Let It Snow! - Dean Martin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Mistletoe - Justin Bieber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Last Christmas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The Christmas Song - Nat King Cole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Santa Tell Me - Ariana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Happy Xmas (War Is Over) - John Lennon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It's Beginning to Look a Lot Like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White Christmas - Bing Crosby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Snowman - 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Rockin' Around The Christmas Tree - Brenda 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Santa Claus Is Coming to Town - Bruce Springsteen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Do They Know It's Christmas? - Band 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Feliz Navidad - José Feliciano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Jingle Bells - Traditional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Underneath the Tree - Kelly Clarkson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Jingle Bell Rock - Bobby Helms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All I Want For Christmas Is You - Mariah Carey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Wonderful Christmastime - Paul McCartney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40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The Christmas Song - Nat King 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Feliz Navidad - José Feliciano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Rockin' Around The Christmas Tree - Brenda Lee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Happy Xmas (War Is Over) - John Lennon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Last Christmas - Wham!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Santa Tell Me - Ariana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All I Want For Christmas Is You - Mariah Carey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Let It Snow! Let It Snow! Let It Snow! - Dean Martin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Underneath the Tree - Kelly Clarkson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It's Beginning to Look a Lot Like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Wonderful Christmastime - Paul McCartney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Do They Know It's Christmas? - Band Aid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Snowman - 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White Christmas - Bing Crosby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Jingle Bell Rock - Bobby Helms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Jingle Bells - Traditional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Holly Jolly Christmas - Michael Bublé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Santa Claus Is Coming to Town - Bruce Springsteen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Mistletoe - Justin Bieber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40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Rockin' Around The Christmas Tree - Brenda 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Feliz Navidad - José Feliciano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All I Want For Christmas Is You - Mariah Carey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Santa Claus Is Coming to Town - Bruce Springsteen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Underneath the Tree - Kelly Clarkson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Let It Snow! Let It Snow! Let It Snow! - Dean Martin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Holly Jolly Christmas - Michael Bublé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It's Beginning to Look a Lot Like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Santa Tell Me - Ariana Grande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Jingle Bells - Traditional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Wonderful Christmastime - Paul McCartney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Last Christmas - Wham!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Snowman - 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Jingle Bell Rock - Bobby Helms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Xmas (War Is Over) - John Lennon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 They Know It's Christmas? - Band 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Mistletoe - Justin Bieber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The Christmas Song - Nat King Cole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40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Jingle Bell Rock - Bobby Helms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Rockin' Around The Christmas Tree - Brenda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Feliz Navidad - José Feliciano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Holly Jolly Christmas - Michael Bublé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Snowman - 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Santa Tell Me - Ariana Grande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Let It Snow! Let It Snow! Let It Snow! - Dean Martin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Underneath the Tree - Kelly Clarkson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Jingle Bells - Traditional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White Christmas - Bing Crosby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All I Want For Christmas Is You - Mariah Carey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Santa Claus Is Coming to Town - Bruce Springsteen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Last Christmas - Wham!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Wonderful Christmastime - Paul McCartney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The Christmas Song - Nat King Cole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It's Beginning to Look a Lot Like Christmas - Michael Bublé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Happy Xmas (War Is Over) - John Lennon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40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Last Christmas - Wham!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Underneath the Tree - Kelly Clarkson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Mistletoe - Justin Bieber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Snowman - 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Feliz Navidad - José Feliciano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Let It Snow! Let It Snow! Let It Snow! - Dean Martin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Santa Claus Is Coming to Town - Bruce Springsteen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Bells - Traditional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Wonderful Christmastime - Paul McCartney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Jingle Bell Rock - Bobby Helms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Holly Jolly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All I Want For Christmas Is You - Mariah Carey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Santa Tell Me - Ariana Grande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It's Beginning to Look a Lot Like Christmas - Michael Bublé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 They Know It's Christmas? - Band Aid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Xmas (War Is Over) - John Lennon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White Christmas - Bing Crosby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Rockin' Around The Christmas Tree - Brenda Lee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The Christmas Song - Nat King Cole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40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Underneath the Tree - Kelly Clarkson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All I Want For Christmas Is You - Mariah Carey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The Christmas Song - Nat King Cole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Wonderful Christmastime - Paul McCartney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Let It Snow! Let It Snow! Let It Snow! - Dean Martin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Do They Know It's Christmas? - Band 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Happy Xmas (War Is Over) - John Lennon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Jingle Bell Rock - Bobby Helms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Santa Claus Is Coming to Town - Bruce Springsteen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Santa Tell Me - Ariana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Snowman - 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Jingle Bells - Traditional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Rockin' Around The Christmas Tree - Brenda Lee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Mistletoe - Justin Bieber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Merry Christmas Everyone - Shakin' Stevens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It's Beginning to Look a Lot Like Christmas - Michael Bublé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Feliz Navidad - José Feliciano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White Christmas - Bing Crosby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Last Christmas - Wham!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40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Wonderful Christmastime - Paul McCartney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Happy Xmas (War Is Over) - John Lennon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All I Want For Christmas Is You - Mariah Carey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Let It Snow! Let It Snow! Let It Snow! - Dean Martin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Do They Know It's Christmas? - Band 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Feliz Navidad - José Feliciano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Underneath the Tree - Kelly Clarkson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White Christmas - Bing Crosby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Last Christmas - Wham!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Holly Jolly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Santa Tell Me - Ariana Grande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Mistletoe - Justin Bieber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The Christmas Song - Nat King Cole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It's Beginning to Look a Lot Like Christmas - Michael Bublé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Jingle Bells - Traditional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Merry Christmas Everyone - Shakin' Stevens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Santa Claus Is Coming to Town - Bruce Springsteen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Snowman - Sia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Rockin' Around The Christmas Tree - Brenda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40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Santa Tell Me - Ariana Grande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Happy Xmas (War Is Over) - John Lennon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Santa Claus Is Coming to Town - Bruce Springsteen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The Christmas Song - Nat King Cole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Rockin' Around The Christmas Tree - Brenda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It's Beginning to Look a Lot Like Christmas - Michael Bublé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Let It Snow! Let It Snow! Let It Snow! - Dean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Merry Christmas Everyone - Shakin' Stevens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 They Know It's Christmas? - Band Aid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Jingle Bell Rock - Bobby Helms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Mistletoe - Justin Bieber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Underneath the Tree - Kelly Clarkson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Wonderful Christmastime - Paul McCartney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All I Want For Christmas Is You - Mariah Carey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White Christmas - Bing Crosby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Feliz Navidad - José Feliciano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Last Christmas - Wham!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Jingle Bells - Traditional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Snowman - Sia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40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Merry Christmas Everyone - Shakin' Stevens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White Christmas - Bing Crosby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It's Beginning to Look a Lot Like Christmas - Michael Bublé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Santa Tell Me - Ariana Grande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Underneath the Tree - Kelly Clarkson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Let It Snow! Let It Snow! Let It Snow! - Dean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Santa Claus Is Coming to Town - Bruce Springsteen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The Christmas Song - Nat King Cole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Last Christmas - Wham!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Rockin' Around The Christmas Tree - Brenda 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Snowman - 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Jingle Bells - Traditional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Jingle Bell Rock - Bobby Helms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Wonderful Christmastime - Paul McCartney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Feliz Navidad - José Feliciano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Mistletoe - Justin Bieber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Happy Xmas (War Is Over) - John Lennon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All I Want For Christmas Is You - Mariah Carey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40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Mistletoe - Justin Bieber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The Christmas Song - Nat King Cole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Underneath the Tree - Kelly Clarkson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It's Beginning to Look a Lot Like Christmas - Michael Bublé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Santa Claus Is Coming to Town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Snowman - 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Jingle Bell Rock - Bobby Helms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All I Want For Christmas Is You - Mariah Carey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Santa Tell Me - Ariana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Holly Jolly Christmas - Michael Bublé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Feliz Navidad - José Feliciano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Last Christmas - Wham!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Wonderful Christmastime - Paul McCartney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Let It Snow! Let It Snow! Let It Snow! - Dean Martin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Rockin' Around The Christmas Tree - Brenda Lee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Happy Xmas (War Is Over) - John Lennon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 They Know It's Christmas? - Band 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Jingle Bells - Traditional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40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Feliz Navidad - José Feliciano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Mistletoe - Justin Bieber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Underneath the Tree - Kelly Clarkson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Last Christmas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Wonderful Christmastime - Paul McCartney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Jingle Bells - 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The Christmas Song - Nat King Cole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Merry Christmas Everyone - Shakin' Stevens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Snowman - 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Santa Tell Me - Ariana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Santa Claus Is Coming to Town - Bruce Springsteen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Holly Jolly Christmas - Michael Bublé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It's Beginning to Look a Lot Like Christmas - Michael Bublé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 They Know It's Christmas? - Band Aid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Let It Snow! Let It Snow! Let It Snow! - Dean Martin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White Christmas - Bing Crosby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Rockin' Around The Christmas Tree - Brenda Lee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All I Want For Christmas Is You - Mariah Carey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Happy Xmas (War Is Over) - John Lennon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40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Merry Christmas Everyone - Shakin' Stevens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Happy Xmas (War Is Over) - John Lennon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Santa Tell Me - Ariana Grande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Jingle Bells - Traditional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All I Want For Christmas Is You - Mariah Carey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White Christmas - Bing Crosby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Let It Snow! Let It Snow! Let It Snow! - Dean Martin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Wonderful Christmastime - Paul McCartney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Rockin' Around The Christmas Tree - Brenda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Holly Jolly Christmas - Michael Bublé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Last Christmas - Wham!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The Christmas Song - Nat King Cole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Snowman - 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Underneath the Tree - Kelly Clarkson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Feliz Navidad - José Feliciano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Santa Claus Is Coming to Town - Bruce Springsteen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It's Beginning to Look a Lot Like Christmas - Michael Bublé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Mistletoe - Justin Bieber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40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The Christmas Song - Nat King 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Last Christmas - Wham!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Wonderful Christmastime - Paul McCartney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Santa Tell Me - Ariana Grande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Do They Know It's Christmas? - Band 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Let It Snow! Let It Snow! Let It Snow! - Dean Martin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All I Want For Christmas Is You - Mariah Carey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Underneath the Tree - Kelly Clarkson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White Christmas - Bing Crosby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Rockin' Around The Christmas Tree - Brenda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Santa Claus Is Coming to Town - Bruce Springsteen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Jingle Bell Rock - Bobby Helms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Holly Jolly Christmas - Michael Bublé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Merry Christmas Everyone - Shakin' Stevens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Feliz Navidad - José Feliciano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Snowman - 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Jingle Bells - Traditional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It's Beginning to Look a Lot Like Christmas - Michael Bublé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Happy Xmas (War Is Over) - John Lennon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Mistletoe - Justin Bieber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40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White Christmas - Bing Crosby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Jingle Bell Rock - Bobby Helms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Merry Christmas Everyone - Shakin' Stevens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It's Beginning to Look a Lot Like Christmas - Michael Bublé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The Christmas Song - Nat King Cole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Feliz Navidad - José Feliciano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Snowman - Sia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All I Want For Christmas Is You - Mariah Carey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Wonderful Christmastime - Paul McCartney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Rockin' Around The Christmas Tree - Brenda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Jingle Bells - Traditional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Let It Snow! Let It Snow! Let It Snow! - Dean Martin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Santa Claus Is Coming to Town - Bruce Springsteen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Mistletoe - Justin Bieber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Holly Jolly Christmas - Michael Bublé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Santa Tell Me - Ariana Grande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Underneath the Tree - Kelly Clarkson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Last Christmas - Wham!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Happy Xmas (War Is Over) - John Lennon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40 · 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Do They Know It's Christmas? - Band 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The Christmas Song - Nat King Cole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Jingle Bell Rock - Bobby Helms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Wonderful Christmastime - Paul McCartney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Snowman - 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Santa Claus Is Coming to Town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Rockin' Around The Christmas Tree - Brenda Lee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It's Beginning to Look a Lot Like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Let It Snow! Let It Snow! Let It Snow! - Dean Martin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Last Christmas - Wham!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Happy Xmas (War Is Over) - John Lennon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Jingle Bells - Traditional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Feliz Navidad - José Feliciano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Holly Jolly Christmas - Michael Bublé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White Christmas - Bing Crosby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Underneath the Tree - Kelly Clarkson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Mistletoe - Justin Bieber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All I Want For Christmas Is You - Mariah Carey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Santa Tell Me - Ariana Grande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39 de 40 · 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Let It Snow! Let It Snow! Let It Snow! - Dean Martin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 They Know It's Christmas? - Band 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Happy Xmas (War Is Over) - John Lennon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Underneath the Tree - Kelly Clarkson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The Christmas Song - Nat King Cole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Feliz Navidad - José Feliciano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Snowman - 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White Christmas - Bing Crosby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Last Christmas - Wham!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Mistletoe - Justin Bieber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Jingle Bell Rock - Bobby Helms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Wonderful Christmastime - Paul McCartney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Jingle Bells - Traditional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Merry Christmas Everyone - Shakin' Stevens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It's Beginning to Look a Lot Like Christmas - Michael Bublé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All I Want For Christmas Is You - Mariah Carey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Santa Tell Me - Ariana Grande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Rockin' Around The Christmas Tree - Brenda Lee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Santa Claus Is Coming to Town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40 de 40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