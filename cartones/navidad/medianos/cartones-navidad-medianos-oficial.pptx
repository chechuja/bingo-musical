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 They Know It's Christmas?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Band Aid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Feliz Navidad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Feliciano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Merry Christmas Everyone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Shakin' Stevens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Last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It's Beginning to Look a Lot Like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Snowman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Mistletoe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Rockin' Around The Christmas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Brenda Lee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Claus Is Coming to Town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Bruce Springsteen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Santa Tell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Ariana Grande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All I Want For Christmas Is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Mariah Carey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Underneath the Tree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Kelly Clarkson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Holly Jolly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Bublé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 It Snow! Let It Snow! Let It Snow!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Dean Martin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Christmas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 King Cole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Jingle Bell Rock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Bobby Helms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Christmas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Bing Crosby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Xmas (War Is Over)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John Lennon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Wonderful Christmastime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 McCartney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