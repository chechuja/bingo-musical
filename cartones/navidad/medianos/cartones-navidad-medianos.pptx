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Feliz Navidad - José Feliciano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White Christmas - Bing Crosby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Do They Know It's Christmas? - Band 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Let It Snow! Let It Snow! Let It Snow! - Dean Martin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Jingle Bell Rock - Bobby Helms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Santa Claus Is Coming to Town - Bruce Springsteen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Rockin' Around The Christmas Tree - Brenda Lee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Merry Christmas Everyone - Shakin' Stevens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The Christmas Song - Nat King Cole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It's Beginning to Look a Lot Like Christmas - Michael Bublé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Jingle Bells - Traditional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Snowman - Sia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2/30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Last Christmas - Wham!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Wonderful Christmastime - Paul McCartney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Holly Jolly Christmas - Michael Bublé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Feliz Navidad - José Feliciano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White Christmas - Bing Crosby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Do They Know It's Christmas? - Band Aid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Santa Claus Is Coming to Town - Bruce Springsteen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Merry Christmas Everyone - Shakin' Stevens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Rockin' Around The Christmas Tree - Brenda Lee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Happy Xmas (War Is Over) - John Lennon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Underneath the Tree - Kelly Clarkson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Snowman - Sia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 de 15 · 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3/30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Happy Xmas (War Is Over) - John Lennon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Snowman - Sia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Last Christmas - Wham!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Santa Claus Is Coming to Town - Bruce Springsteen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Let It Snow! Let It Snow! Let It Snow! - Dean Martin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Feliz Navidad - José Feliciano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Santa Tell Me - Ariana Grande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Do They Know It's Christmas? - Band Aid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Jingle Bell Rock - Bobby Helms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Rockin' Around The Christmas Tree - Brenda Lee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Holly Jolly Christmas - Michael Bublé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All I Want For Christmas Is You - Mariah Carey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4/30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Happy Xmas (War Is Over) - John Lennon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Jingle Bells - Traditional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Snowman - Sia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Jingle Bell Rock - Bobby Helms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Mistletoe - Justin Bieber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All I Want For Christmas Is You - Mariah Carey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Rockin' Around The Christmas Tree - Brenda Lee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Merry Christmas Everyone - Shakin' Stevens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Santa Tell Me - Ariana Grande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Last Christmas - Wham!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White Christmas - Bing Crosby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Let It Snow! Let It Snow! Let It Snow! - Dean Martin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 de 15 · 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5/30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Happy Xmas (War Is Over) - John Lennon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All I Want For Christmas Is You - Mariah Carey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Mistletoe - Justin Bieber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Rockin' Around The Christmas Tree - Brenda Lee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Merry Christmas Everyone - Shakin' Stevens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Santa Tell Me - Ariana Grande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Snowman - Sia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Last Christmas - Wham!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Feliz Navidad - José Feliciano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Holly Jolly Christmas - Michael Bublé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White Christmas - Bing Crosby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Jingle Bell Rock - Bobby Helms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6/30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White Christmas - Bing Crosby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All I Want For Christmas Is You - Mariah Carey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Feliz Navidad - José Feliciano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Santa Tell Me - Ariana Grande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Mistletoe - Justin Bieber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The Christmas Song - Nat King Cole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Jingle Bells - Traditional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Snowman - Sia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Underneath the Tree - Kelly Clarkson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Last Christmas - Wham!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Let It Snow! Let It Snow! Let It Snow! - Dean Martin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Happy Xmas (War Is Over) - John Lennon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 de 15 · 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7/30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Happy Xmas (War Is Over) - John Lennon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Underneath the Tree - Kelly Clarkson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Jingle Bells - Traditional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The Christmas Song - Nat King Cole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Holly Jolly Christmas - Michael Bublé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Rockin' Around The Christmas Tree - Brenda Lee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Merry Christmas Everyone - Shakin' Stevens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Snowman - Sia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All I Want For Christmas Is You - Mariah Carey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Last Christmas - Wham!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Feliz Navidad - José Feliciano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Let It Snow! Let It Snow! Let It Snow! - Dean Martin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8/30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Feliz Navidad - José Feliciano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Last Christmas - Wham!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Merry Christmas Everyone - Shakin' Stevens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Let It Snow! Let It Snow! Let It Snow! - Dean Martin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Santa Claus Is Coming to Town - Bruce Springsteen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Happy Xmas (War Is Over) - John Lennon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All I Want For Christmas Is You - Mariah Carey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Holly Jolly Christmas - Michael Bublé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Underneath the Tree - Kelly Clarkson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Santa Tell Me - Ariana Grande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White Christmas - Bing Crosby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Jingle Bells - Traditional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4 de 15 · 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9/30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Jingle Bell Rock - Bobby Helms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Snowman - Sia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Santa Claus Is Coming to Town - Bruce Springsteen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Mistletoe - Justin Bieber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Underneath the Tree - Kelly Clarkson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Do They Know It's Christmas? - Band 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Let It Snow! Let It Snow! Let It Snow! - Dean Martin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Jingle Bells - Traditional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Last Christmas - Wham!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All I Want For Christmas Is You - Mariah Carey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The Christmas Song - Nat King Cole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Feliz Navidad - José Feliciano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10/30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Santa Tell Me - Ariana Grande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White Christmas - Bing Crosby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Mistletoe - Justin Bieber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Santa Claus Is Coming to Town - Bruce Springsteen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Happy Xmas (War Is Over) - John Lennon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Wonderful Christmastime - Paul McCartney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The Christmas Song - Nat King Cole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Last Christmas - Wham!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Holly Jolly Christmas - Michael Bublé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Do They Know It's Christmas? - Band Aid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It's Beginning to Look a Lot Like Christmas - Michael Bublé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Jingle Bell Rock - Bobby Helms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5 de 15 · 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11/30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Last Christmas - Wham!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Santa Claus Is Coming to Town - Bruce Springsteen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Merry Christmas Everyone - Shakin' Stevens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Happy Xmas (War Is Over) - John Lennon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Feliz Navidad - José Feliciano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Santa Tell Me - Ariana Grande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White Christmas - Bing Crosby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Wonderful Christmastime - Paul McCartney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It's Beginning to Look a Lot Like Christmas - Michael Bublé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Rockin' Around The Christmas Tree - Brenda Lee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Jingle Bell Rock - Bobby Helms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Underneath the Tree - Kelly Clarkson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12/30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It's Beginning to Look a Lot Like Christmas - Michael Bublé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Merry Christmas Everyone - Shakin' Stevens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Snowman - Sia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The Christmas Song - Nat King Cole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Underneath the Tree - Kelly Clarkson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Santa Claus Is Coming to Town - Bruce Springsteen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Last Christmas - Wham!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Rockin' Around The Christmas Tree - Brenda Lee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Jingle Bell Rock - Bobby Helms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All I Want For Christmas Is You - Mariah Carey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Feliz Navidad - José Feliciano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Holly Jolly Christmas - Michael Bublé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6 de 15 · 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13/30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All I Want For Christmas Is You - Mariah Carey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Feliz Navidad - José Feliciano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Do They Know It's Christmas? - Band 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Wonderful Christmastime - Paul McCartney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Last Christmas - Wham!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Santa Claus Is Coming to Town - Bruce Springsteen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Merry Christmas Everyone - Shakin' Stevens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Underneath the Tree - Kelly Clarkson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Santa Tell Me - Ariana Grande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Rockin' Around The Christmas Tree - Brenda Lee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White Christmas - Bing Crosby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The Christmas Song - Nat King Cole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14/30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Wonderful Christmastime - Paul McCartney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Jingle Bell Rock - Bobby Helms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Do They Know It's Christmas? - Band Aid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Holly Jolly Christmas - Michael Bublé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Merry Christmas Everyone - Shakin' Stevens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The Christmas Song - Nat King Cole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White Christmas - Bing Crosby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It's Beginning to Look a Lot Like Christmas - Michael Bublé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Feliz Navidad - José Feliciano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Last Christmas - Wham!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Jingle Bells - Traditional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Santa Claus Is Coming to Town - Bruce Springsteen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7 de 15 · 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15/30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Let It Snow! Let It Snow! Let It Snow! - Dean Martin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Do They Know It's Christmas? - Band Aid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Snowman - 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Jingle Bells - Traditional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Jingle Bell Rock - Bobby Helms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White Christmas - Bing Crosby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Last Christmas - Wham!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Wonderful Christmastime - Paul McCartney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Holly Jolly Christmas - Michael Bublé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Underneath the Tree - Kelly Clarkson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Feliz Navidad - José Feliciano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Santa Claus Is Coming to Town - Bruce Springsteen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16/30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Wonderful Christmastime - Paul McCartney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Santa Claus Is Coming to Town - Bruce Springsteen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Let It Snow! Let It Snow! Let It Snow! - Dean Martin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Jingle Bell Rock - Bobby Helms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Santa Tell Me - Ariana Grande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Mistletoe - Justin Bieber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Feliz Navidad - José Feliciano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It's Beginning to Look a Lot Like Christmas - Michael Bublé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The Christmas Song - Nat King Cole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Happy Xmas (War Is Over) - John Lennon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Merry Christmas Everyone - Shakin' Stevens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Underneath the Tree - Kelly Clarkson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8 de 15 · bingomusicalgratis.es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17/30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Last Christmas - Wham!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Rockin' Around The Christmas Tree - Brenda Lee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All I Want For Christmas Is You - Mariah Carey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Jingle Bells - Traditional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Santa Claus Is Coming to Town - Bruce Springsteen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Merry Christmas Everyone - Shakin' Stevens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Let It Snow! Let It Snow! Let It Snow! - Dean Martin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Underneath the Tree - Kelly Clarkson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White Christmas - Bing Crosby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Happy Xmas (War Is Over) - John Lennon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Santa Tell Me - Ariana Grande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Feliz Navidad - José Feliciano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18/30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Mistletoe - Justin Bieber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Santa Claus Is Coming to Town - Bruce Springsteen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Santa Tell Me - Ariana Grande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Jingle Bells - Traditional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Rockin' Around The Christmas Tree - Brenda Lee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Wonderful Christmastime - Paul McCartney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Do They Know It's Christmas? - Band Aid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It's Beginning to Look a Lot Like Christmas - Michael Bublé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Jingle Bell Rock - Bobby Helms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Snowman - Sia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Let It Snow! Let It Snow! Let It Snow! - Dean Martin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The Christmas Song - Nat King Cole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9 de 15 · bingomusicalgratis.es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19/30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Do They Know It's Christmas? - Band Aid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Jingle Bells - Traditional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Last Christmas - Wham!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Holly Jolly Christmas - Michael Bublé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Mistletoe - Justin Bieber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White Christmas - Bing Crosby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Rockin' Around The Christmas Tree - Brenda Lee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Santa Tell Me - Ariana Grande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Underneath the Tree - Kelly Clarkson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Happy Xmas (War Is Over) - John Lennon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It's Beginning to Look a Lot Like Christmas - Michael Bublé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Wonderful Christmastime - Paul McCartney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20/30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Merry Christmas Everyone - Shakin' Stevens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Holly Jolly Christmas - Michael Bublé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Last Christmas - Wham!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White Christmas - Bing Crosby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Mistletoe - Justin Bieber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It's Beginning to Look a Lot Like Christmas - Michael Bublé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Santa Tell Me - Ariana Grande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Jingle Bell Rock - Bobby Helms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Underneath the Tree - Kelly Clarkson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Let It Snow! Let It Snow! Let It Snow! - Dean Martin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Santa Claus Is Coming to Town - Bruce Springsteen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Happy Xmas (War Is Over) - John Lennon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10 de 15 · bingomusicalgratis.es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21/30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Jingle Bell Rock - Bobby Helms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Merry Christmas Everyone - Shakin' Stevens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Santa Claus Is Coming to Town - Bruce Springsteen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Underneath the Tree - Kelly Clarkson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Mistletoe - Justin Bieber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Let It Snow! Let It Snow! Let It Snow! - Dean Martin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Santa Tell Me - Ariana Grande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Rockin' Around The Christmas Tree - Brenda Lee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Holly Jolly Christmas - Michael Bublé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Snowman - Sia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White Christmas - Bing Crosby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Feliz Navidad - José Feliciano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22/30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Underneath the Tree - Kelly Clarkson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The Christmas Song - Nat King Cole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Feliz Navidad - José Feliciano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Snowman - Sia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Wonderful Christmastime - Paul McCartney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Holly Jolly Christmas - Michael Bublé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Merry Christmas Everyone - Shakin' Stevens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All I Want For Christmas Is You - Mariah Carey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Santa Tell Me - Ariana Grande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White Christmas - Bing Crosby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It's Beginning to Look a Lot Like Christmas - Michael Bublé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Rockin' Around The Christmas Tree - Brenda Lee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11 de 15 · bingomusicalgratis.es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23/30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The Christmas Song - Nat King Cole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All I Want For Christmas Is You - Mariah Carey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Underneath the Tree - Kelly Clarkson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Snowman - Sia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Jingle Bells - Traditional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Jingle Bell Rock - Bobby Helms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Santa Tell Me - Ariana Grande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Wonderful Christmastime - Paul McCartney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Feliz Navidad - José Feliciano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Merry Christmas Everyone - Shakin' Stevens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Last Christmas - Wham!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Do They Know It's Christmas? - Band Aid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24/30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Santa Claus Is Coming to Town - Bruce Springsteen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White Christmas - Bing Crosby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Santa Tell Me - Ariana Grande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Underneath the Tree - Kelly Clarkson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It's Beginning to Look a Lot Like Christmas - Michael Bublé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Last Christmas - Wham!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Rockin' Around The Christmas Tree - Brenda Lee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Jingle Bell Rock - Bobby Helms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Mistletoe - Justin Bieber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Feliz Navidad - José Feliciano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All I Want For Christmas Is You - Mariah Carey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Jingle Bells - Traditional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12 de 15 · bingomusicalgratis.es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25/30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Wonderful Christmastime - Paul McCartney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Rockin' Around The Christmas Tree - Brenda Lee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Snowman - 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Jingle Bell Rock - Bobby Helms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Holly Jolly Christmas - Michael Bublé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White Christmas - Bing Crosby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Feliz Navidad - José Feliciano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Last Christmas - Wham!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Santa Tell Me - Ariana Grande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Santa Claus Is Coming to Town - Bruce Springsteen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Merry Christmas Everyone - Shakin' Stevens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The Christmas Song - Nat King Cole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26/30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Santa Tell Me - Ariana Grande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Merry Christmas Everyone - Shakin' Stevens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Holly Jolly Christmas - Michael Bublé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Feliz Navidad - José Feliciano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Santa Claus Is Coming to Town - Bruce Springsteen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Snowman - Sia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White Christmas - Bing Crosby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Wonderful Christmastime - Paul McCartney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Jingle Bells - Traditional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Do They Know It's Christmas? - Band Aid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Mistletoe - Justin Bieber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Underneath the Tree - Kelly Clarkson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13 de 15 · bingomusicalgratis.es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27/30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Rockin' Around The Christmas Tree - Brenda Lee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Santa Tell Me - Ariana Grande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Santa Claus Is Coming to Town - Bruce Springsteen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Happy Xmas (War Is Over) - John Lennon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Let It Snow! Let It Snow! Let It Snow! - Dean Martin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Last Christmas - Wham!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Jingle Bells - Traditional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Underneath the Tree - Kelly Clarkson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Do They Know It's Christmas? - Band Aid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Jingle Bell Rock - Bobby Helms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Wonderful Christmastime - Paul McCartney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White Christmas - Bing Crosby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28/30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Merry Christmas Everyone - Shakin' Stevens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Holly Jolly Christmas - Michael Bublé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Snowman - Sia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Last Christmas - Wham!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All I Want For Christmas Is You - Mariah Carey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Wonderful Christmastime - Paul McCartney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It's Beginning to Look a Lot Like Christmas - Michael Bublé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Santa Tell Me - Ariana Grande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The Christmas Song - Nat King Cole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Jingle Bells - Traditional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Let It Snow! Let It Snow! Let It Snow! - Dean Martin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Happy Xmas (War Is Over) - John Lennon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14 de 15 · bingomusicalgratis.es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Navidad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29/30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Jingle Bells - Traditional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It's Beginning to Look a Lot Like Christmas - Michael Bublé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All I Want For Christmas Is You - Mariah Carey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Let It Snow! Let It Snow! Let It Snow! - Dean Martin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Snowman - Sia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Holly Jolly Christmas - Michael Bublé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Do They Know It's Christmas? - Band Aid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White Christmas - Bing Crosby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Santa Claus Is Coming to Town - Bruce Springsteen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Happy Xmas (War Is Over) - John Lennon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Last Christmas - Wham!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Merry Christmas Everyone - Shakin' Stevens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30/30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Mistletoe - Justin Bieber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Feliz Navidad - José Feliciano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Do They Know It's Christmas? - Band Aid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Santa Claus Is Coming to Town - Bruce Springsteen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Merry Christmas Everyone - Shakin' Stevens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Underneath the Tree - Kelly Clarkson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Santa Tell Me - Ariana Grande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Snowman - Sia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Holly Jolly Christmas - Michael Bublé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All I Want For Christmas Is You - Mariah Carey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White Christmas - Bing Crosby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Wonderful Christmastime - Paul McCartney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15 de 15 · 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