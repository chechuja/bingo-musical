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Don't Stop Me Now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Smoke on the Water - Deep Purple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Stairway to Heaven - Led Zeppelin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Bohemian Rhapsody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Dream On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Master of Puppets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We Are the Champions - Queen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Don't Stop Me Now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Bohemian Rhapsody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We Are the Champions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We Will Rock You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Master of Puppets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Welcome to the Jungle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Enter Sandman - Metallica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Smells Like Teen Spirit - Nirvana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Child O' Mine - Guns N' Roses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Nothing Else Matters - Metallica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Paradise City - Guns N' Roses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15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Thunderstruck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Back in Black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Welcome to the Jungle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Wanted Dead or Alive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Bohemian Rhapsody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We Are the Champions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Smoke on the Water - Deep Purple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Another One Bites the Dust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Thunderstruck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Smoke on the Water - Deep Purple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We Are the Champions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Another One Bites the Dust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Nothing Else Matters - Metallica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15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November Rain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We Will Rock You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Sweet Emotion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You Give Love a Bad Name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Highway to Hell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Master of Puppets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Enter Sandman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Dream On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Nothing Else Matters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Thunderstruck - AC/DC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Hotel California - Eagles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Bohemian Rhapsody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Smoke on the Water - Deep Purple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Nothing Else Matters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Another One Bites the Dust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Thunderstruck - AC/DC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Smells Like Teen Spirit - Nirvana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We Will Rock You - Queen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Back in Black - AC/DC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Stairway to Heaven - Led Zeppelin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15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Smoke on the Water - Deep 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Paradise City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Thunderstruck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Highway to Hell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Welcome to the Jungle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Stairway to Heaven - Led Zeppelin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Child O' Mine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Another One Bites the Dust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One - Metallica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Emotion - Aerosmith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Another One Bites the Dust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Smells Like Teen Spirit - Nirvana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Smoke on the Water - Deep Purple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Wanted Dead or Alive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Hotel California - Eagles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Bohemian Rhapsody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We Are the Champions - Queen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Paradise City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Dream On - Aerosmith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15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Stairway to Heaven - Led Zeppelin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Another One Bites the Dust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We Will Rock You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Master of Puppets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Back in Black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Wanted Dead or Alive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Sweet Child O' Mine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Dream On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Welcome to the Jungle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Paradise City - Guns N' Roses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Hotel California - Eagles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Stairway to Heaven - Led Zeppelin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Highway to Hell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Bohemian Rhapsody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Dream On - Aerosmith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We Will Rock You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You Give Love a Bad Name - Bon Jovi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Paradise City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Thunderstruck - AC/DC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15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Emotion - Aerosmith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Bohemian Rhapsody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Paradise City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Nothing Else Matters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Hotel California - Eagles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Welcome to the Jungle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Master of Puppets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We Are the Champions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Another One Bites the Dust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We Will Rock You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You Give Love a Bad Name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Smells Like Teen Spirit - Nirvana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We Are the Champions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One - Metallica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Stairway to Heaven - Led Zeppelin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Smoke on the Water - Deep Purple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Hotel California - Eagles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Paradise City - Guns N' Roses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15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Smells Like Teen Spirit - Nirvana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One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Hotel California - Eagles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Sweet Emotion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Smoke on the Water - Deep Purple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Thunderstruck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Paradise City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Master of Puppets - Metallica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One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Bohemian Rhapsody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Smells Like Teen Spirit - Nirvana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Paradise City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Dream On - Aerosmith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Hotel California - Eagles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Master of Puppets - Metallica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We Will Rock You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Stairway to Heaven - Led Zeppelin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You Give Love a Bad Name - Bon Jovi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15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Stairway to Heaven - Led Zeppelin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Welcome to the Jungle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Emotion - Aerosmith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Hotel California - Eagles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We Will Rock You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Paradise City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Bohemian Rhapsody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Another One Bites the Dust - Queen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Smoke on the Water - Deep Purple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Another One Bites the Dust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Welcome to the Jungle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Wanted Dead or Alive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Nothing Else Matters - Metallica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Sweet Emotion - Aerosmith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Hotel California - Eagles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Stairway to Heaven - Led Zeppelin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Master of Puppets - Metallica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Back in Black - AC/DC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15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Paradise City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Smoke on the Water - Deep Purple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Sweet Emotion - Aerosmith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One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Back in Black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Welcome to the Jungle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Hotel California - Eagles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Master of Puppets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Stairway to Heaven - Led Zeppelin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We Are the Champions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One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Smells Like Teen Spirit - Nirvana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Paradise City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Sweet Emotion - Aerosmith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Livin' on a Prayer - Bon Jovi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Child O' Mine - Guns N' Roses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Thunderstruck - AC/DC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15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Another One Bites the Dust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Welcome to the Jungle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Don't Stop Me Now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Smoke on the Water - Deep Purple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Wanted Dead or Alive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Master of Puppets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One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Stairway to Heaven - Led Zeppelin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Welcome to the Jungle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Wanted Dead or Alive - Bon Jovi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Another One Bites the Dust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Enter Sandman - Metallica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Hotel California - Eagles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We Will Rock You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15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Emotion - Aerosmith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Don't Stop Me Now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Thunderstruck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Welcome to the Jungle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Sweet Child O' Mine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November Rain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Back in Black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Highway to Hell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Nothing Else Matters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Bohemian Rhapsody - Queen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Emotion - Aerosmith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Another One Bites the Dust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Welcome to the Jungle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Back in Black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Bohemian Rhapsody - Queen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Thunderstruck - AC/DC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One - Metallica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Wanted Dead or Alive - Bon Jovi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15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You Give Love a Bad Name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Sweet Emotion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One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Paradise City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Smoke on the Water - Deep Purple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Master of Puppets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Welcome to the Jungle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Enter Sandman - Metallica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Highway to Hell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Wanted Dead or Alive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One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Paradise City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Welcome to the Jungle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Back in Black - AC/DC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Smells Like Teen Spirit - Nirvana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Master of Puppets - Metallica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Enter Sandman - Metallica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15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Hotel California - Eagles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Thunderstruck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Another One Bites the Dust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Paradise City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Stairway to Heaven - Led Zeppelin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Nothing Else Matters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One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Back in Black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Highway to Hell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Welcome to the Jungle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We Are the Champions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Smoke on the Water - Deep Purple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Emotion - Aerosmith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We Will Rock You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Wanted Dead or Alive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Bohemian Rhapsody - Queen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You Give Love a Bad Name - Bon Jovi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Highway to Hell - AC/DC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Hotel California - Eagles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One - Metallica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15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Emotion - Aerosmith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Paradise City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We Will Rock You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Hotel California - Eagles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One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Stairway to Heaven - Led Zeppelin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Nothing Else Matters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Welcome to the Jungle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November Rain - Guns N' Roses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One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We Are the Champions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Hotel California - Eagles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You Give Love a Bad Name - Bon Jovi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Welcome to the Jungle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Bohemian Rhapsody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We Will Rock You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Highway to Hell - AC/DC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Dream On - Aerosmith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November Rain - Guns N' Roses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Stairway to Heaven - Led Zeppelin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Paradise City - Guns N' Roses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15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Welcome to the Jungle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Stairway to Heaven - Led Zeppelin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Emotion - Aerosmith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We Are the Champions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Master of Puppets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Another One Bites the Dust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Back in Black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Hotel California - Eagles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Wanted Dead or Alive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Thunderstruck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Don't Stop Me Now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Welcome to the Jungle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November Rain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Dream On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We Are the Champions - Queen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Smoke on the Water - Deep Purple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Master of Puppets - Metallica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Stairway to Heaven - Led Zeppelin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15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