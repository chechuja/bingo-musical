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#019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#024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#028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#029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#031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#035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137160"/>
            <a:ext cx="1401357" cy="40233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8288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2763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2763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44952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031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2763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7520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031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60020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2763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288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0020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2763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17520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44952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031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0020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2763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17520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44952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031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0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27632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2880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45152" y="4572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"/>
            <a:ext cx="1401357" cy="402336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469087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1830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0819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3562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25512" y="58521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61264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9087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71830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0819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3562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25512" y="84516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52944" y="87259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9087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1830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0819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3562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525512" y="110511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52944" y="113254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9087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1830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10819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13562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525512" y="136506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552944" y="139250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9087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1830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0819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3562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525512" y="162501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552944" y="165245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9087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1830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10819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3562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525512" y="188497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552944" y="191240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9087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1830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108192" y="214492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35624" y="217235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Welcome to the Jungle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936992" y="261518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90872" y="259689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2971800"/>
            <a:ext cx="1401357" cy="402336"/>
          </a:xfrm>
          <a:prstGeom prst="rect">
            <a:avLst/>
          </a:prstGeom>
        </p:spPr>
      </p:pic>
      <p:sp>
        <p:nvSpPr>
          <p:cNvPr id="92" name="Rectangle 91"/>
          <p:cNvSpPr/>
          <p:nvPr/>
        </p:nvSpPr>
        <p:spPr>
          <a:xfrm>
            <a:off x="18288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031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60020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2763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017520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044952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8288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031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60020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62763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017520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044952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8288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031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Are the Champions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0020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2763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November Rain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017520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044952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288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031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60020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62763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017520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44952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8288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1031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60020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62763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017520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044952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Nothing Else Matters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288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1031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Back in Black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60020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62763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017520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044952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8288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1031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600200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627632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429000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#039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645152" y="2880360"/>
            <a:ext cx="4343400" cy="2743200"/>
          </a:xfrm>
          <a:prstGeom prst="rect">
            <a:avLst/>
          </a:prstGeom>
          <a:solidFill>
            <a:srgbClr val="FFFFFF"/>
          </a:solidFill>
          <a:ln w="381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logoo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71800"/>
            <a:ext cx="1401357" cy="402336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469087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1830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Child O' Mine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610819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613562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One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341985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552944" y="344728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Bohemian Rhapsody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69087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71830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Highway to Hell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10819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13562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You Give Love a Bad Name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525512" y="3679806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552944" y="3707238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Hotel California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Eagles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469087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471830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Another One Bites the Dust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610819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613562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Smells Like Teen Spirit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Nirvana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525512" y="3939757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552944" y="3967189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Wanted Dead or Alive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69087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71830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Paradise City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Guns N' Roses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10819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13562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Stairway to Heaven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Led Zeppelin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25512" y="4199708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52944" y="4227140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Livin' on a Prayer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Bon Jovi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69087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471830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Master of Puppets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610819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613562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Don't Stop Me Now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525512" y="4459659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552944" y="4487091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Thunderstruck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AC/DC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69087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71830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We Will Rock You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Queen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0819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13562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Sweet Emotion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525512" y="4719610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552944" y="4747042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Dream On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Aerosmith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69087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71830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Smoke on the Water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Deep Purple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108192" y="4979561"/>
            <a:ext cx="1417320" cy="259950"/>
          </a:xfrm>
          <a:prstGeom prst="rect">
            <a:avLst/>
          </a:prstGeom>
          <a:solidFill>
            <a:srgbClr val="FFFFFF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6135624" y="5006993"/>
            <a:ext cx="1362456" cy="205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700">
                <a:solidFill>
                  <a:srgbClr val="141414"/>
                </a:solidFill>
                <a:latin typeface="Scriptina Pro Light"/>
              </a:rPr>
              <a:t>Enter Sandman</a:t>
            </a:r>
          </a:p>
          <a:p>
            <a:pPr algn="ctr"/>
            <a:r>
              <a:rPr b="0" sz="600">
                <a:solidFill>
                  <a:srgbClr val="6E6E6E"/>
                </a:solidFill>
              </a:rPr>
              <a:t>Metallica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36992" y="5449824"/>
            <a:ext cx="102412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A0A0A0"/>
                </a:solidFill>
              </a:defRPr>
            </a:pPr>
            <a:r>
              <a:t>Cartón #040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4690872" y="5431536"/>
            <a:ext cx="3246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00">
                <a:solidFill>
                  <a:srgbClr val="B4B4B4"/>
                </a:solidFill>
              </a:defRPr>
            </a:pPr>
            <a:r>
              <a:t>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