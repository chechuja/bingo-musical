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Wanted Dead or Alive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Nothing Else Matters - Metallica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Stairway to Heaven - Led Zeppelin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Another One Bites the Dust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We Are the Champions - Queen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Wanted Dead or Alive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We Will Rock You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We Are the Champions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Master of Puppets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Welcome to the Jungle - Guns N' Roses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Nothing Else Matters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Another One Bites the Dust - Queen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Bohemian Rhapsody - Queen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3/20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Wanted Dead or Alive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We Will Rock You - Queen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Another One Bites the Dust - Queen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Smoke on the Water - Deep Purple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Thunderstruck - AC/DC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We Are the Champions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7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4/20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November Rain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Stairway to Heaven - Led Zeppelin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Hotel California - Eagles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Smoke on the Water - Deep Purple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Welcome to the Jungle - Guns N' Roses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You Give Love a Bad Name - Bon Jovi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5/20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Nothing Else Matters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Livin' on a Prayer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Another One Bites the Dust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Master of Puppets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Bohemian Rhapsody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November Rain - Guns N' Roses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Thunderstruck - AC/DC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Smells Like Teen Spirit - Nirvana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6/20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Stairway to Heaven - Led Zeppelin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Thunderstruck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Bohemian Rhapsody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We Will Rock You - Queen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Wanted Dead or Alive - Bon Jovi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We Are the Champions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Master of Puppets - Metallica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7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7/20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Stairway to Heaven - Led Zeppelin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Back in Black - AC/DC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Enter Sandman - Metallica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Sweet Emotion - Aerosmith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Master of Puppets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We Will Rock You - Queen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8/20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Master of Puppets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Hotel California - Eagles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One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You Give Love a Bad Name - Bon Jovi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Smoke on the Water - Deep Purple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Back in Black - AC/DC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9/20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Welcome to the Jungle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Livin' on a Prayer - Bon Jovi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Another One Bites the Dust - Queen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Smells Like Teen Spirit - Nirvana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Master of Puppets - Metallica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You Give Love a Bad Name - Bon Jovi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7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10/20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Paradise City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Don't Stop Me Now - Queen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Sweet Emotion - Aerosmith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Another One Bites the Dust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Smells Like Teen Spirit - Nirvana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Thunderstruck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Enter Sandman - Metallica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One - Metallica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11/20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Enter Sandman - Metallica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You Give Love a Bad Name - Bon Jovi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Another One Bites the Dust - Queen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We Are the Champions - Queen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Paradise City - Guns N' Roses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Hotel California - Eagles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12/20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Sweet Emotion - Aerosmith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Thunderstruck - AC/DC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Paradise City - Guns N' Roses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One - Metallica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Don't Stop Me Now - Queen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Dream On - Aerosmith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7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13/20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Smells Like Teen Spirit - Nirvana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Stairway to Heaven - Led Zeppelin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Dream On - Aerosmith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Smoke on the Water - Deep Purple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Back in Black - AC/DC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November Rain - Guns N' Roses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14/20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Smells Like Teen Spirit - Nirvana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November Rain - Guns N' Roses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We Will Rock You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Thunderstruck - AC/DC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Hotel California - Eagles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Smoke on the Water - Deep Purple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Nothing Else Matters - Metallica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15/20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Wanted Dead or Alive - Bon Jovi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Highway to Hell - AC/DC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We Will Rock You - Queen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Nothing Else Matters - Metallica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We Are the Champions - Queen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Don't Stop Me Now - Queen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Livin' on a Prayer - Bon Jovi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Enter Sandman - Metallica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7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16/20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Back in Black - AC/DC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You Give Love a Bad Name - Bon Jovi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Bohemian Rhapsody - Queen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Smells Like Teen Spirit - Nirvana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Livin' on a Prayer - Bon Jovi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Wanted Dead or Alive - Bon Jovi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We Are the Champions - Queen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Thunderstruck - AC/DC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17/20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Sweet Child O' Mine - Guns N' Roses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Back in Black - AC/DC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Another One Bites the Dust - Queen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Nothing Else Matters - Metallica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Master of Puppets - Metallica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Smells Like Teen Spirit - Nirvana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Enter Sandman - Metallica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18/20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Thunderstruck - AC/DC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Master of Puppets - Metallica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November Rain - Guns N' Roses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One - Metallica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Sweet Emotion - Aerosmith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Wanted Dead or Alive - Bon Jovi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4652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2084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Back in Black - AC/DC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652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You Give Love a Bad Name - Bon Jovi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7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8A2BE2"/>
                </a:solidFill>
              </a:defRPr>
            </a:pPr>
            <a:r>
              <a:t>🎵 BINGO MUSICAL - Rock - Pequeños (8 canciones)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19/20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Paradise City - Guns N' Roses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Enter Sandman - Metallica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Wanted Dead or Alive - Bon Jovi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We Are the Champions - Queen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Hotel California - Eagles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Smells Like Teen Spirit - Nirvana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Sweet Emotion - Aerosmith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Thunderstruck - AC/DC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8A2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400D3"/>
                </a:solidFill>
              </a:defRPr>
            </a:pPr>
            <a:r>
              <a:t>Cartón 20/20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17373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17373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1. Livin' on a Prayer - Bon Jovi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37743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237743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2. Don't Stop Me Now - Queen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01752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301752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3. Master of Puppets - Metallica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59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65759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4. Paradise City - Guns N' Roses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429767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429767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5. Highway to Hell - AC/DC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493776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60" y="493776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6. Wanted Dead or Alive - Bon Jovi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5577840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94760" y="5577840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7. Hotel California - Eagles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6217919"/>
            <a:ext cx="274320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CD34D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6217919"/>
            <a:ext cx="219456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 sz="1100">
                <a:solidFill>
                  <a:srgbClr val="282828"/>
                </a:solidFill>
              </a:defRPr>
            </a:pPr>
            <a:r>
              <a:t>8. Sweet Child O' Mine - Guns N' Roses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7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