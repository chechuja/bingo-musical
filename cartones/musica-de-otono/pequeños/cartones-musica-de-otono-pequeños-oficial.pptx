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September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Earth, Wind &amp; Fire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Harvest Moon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Neil Young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Sweater Weather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Neighbourhood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The Night We Met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Lord Huron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Changes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David Bowie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When September Ends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Green Day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Fleetwood Mac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Ben&amp;Ben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Falling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Harry Styles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in New York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Billie Holiday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October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Broken Bells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Paolo Nutini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Iris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Goo Goo Dolls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Autumn Leaves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Eva Cassidy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