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Changes - David Bowie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September - Earth, Wind &amp; Fire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Sweater Weather - The Neighbourhood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October - Broken Bells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Falling - Harry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Dreams - Fleetwood Mac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Autumn Leaves - Eva Cassidy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Autumn in New York - Billie Holiday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2/20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Wake Me Up When September Ends - Green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Harvest Moon - Neil Young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The Night We Met - Lord Huron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Falling - Harry Styles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Autumn in New York - Billie Holiday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Iris - The Goo Goo Dolls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November Rain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Dreams - Fleetwood Mac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3/20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October - Broken Bells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Leaves - Ben&amp;Ben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September - Earth, Wind &amp; Fire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Dreams - Fleetwood Mac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Autumn - Paolo Nutini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Wake Me Up When September Ends - Green Day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Iris - The Goo Goo Dolls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7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4/20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Changes - David Bowie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Sweater Weather - The Neighbourhood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Falling - Harry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October - Broken Bells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Leaves - Ben&amp;Ben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The Night We Met - Lord Huron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Wake Me Up When September Ends - Green 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Dreams - Fleetwood Mac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5/20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Dreams - Fleetwood Mac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Iris - The Goo Goo Dolls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Autumn Leaves - Eva Cassidy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The Night We Met - Lord Huron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Autumn in New York - Billie Holiday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Falling - Harry Styles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October - Broken Bells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6/20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Autumn - Paolo Nutini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Changes - David Bowie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Dreams - Fleetwood Mac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September - Earth, Wind &amp; Fire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November Rain - Guns N' Roses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Sweater Weather - The Neighbourhood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Iris - The Goo Goo Dolls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Autumn in New York - Billie Holiday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7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7/20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Wake Me Up When September Ends - Green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September - Earth, Wind &amp; Fire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Iris - The Goo Goo Dolls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Changes - David Bowie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Dreams - Fleetwood Mac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The Night We Met - Lord Huron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November Rain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Harvest Moon - Neil Young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8/20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November Rain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Harvest Moon - Neil Young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Autumn - Paolo Nutini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Falling - Harry Styles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October - Broken Bells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Autumn Leaves - Eva Cassidy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Changes - David Bowie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Autumn in New York - Billie Holiday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9/20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September - Earth, Wind &amp; Fire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Autumn Leaves - Eva Cassidy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Autumn - Paolo Nutini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Iris - The Goo Goo Dolls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Leaves - Ben&amp;Ben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Falling - Harry Styles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The Night We Met - Lord Huron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November Rain - Guns N' Roses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7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10/20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The Night We Met - Lord Huron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September - Earth, Wind &amp; Fire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Iris - The Goo Goo Dolls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Autumn Leaves - Eva Cassidy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Falling - Harry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November Rain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Harvest Moon - Neil Young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Changes - David Bowie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11/20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Iris - The Goo Goo Dolls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Leaves - Ben&amp;Ben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Dreams - Fleetwood Mac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Changes - David Bowie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The Night We Met - Lord Huron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Sweater Weather - The Neighbourhood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Falling - Harry Styles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Autumn in New York - Billie Holiday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12/20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Wake Me Up When September Ends - Green 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The Night We Met - Lord Huron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September - Earth, Wind &amp; Fire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Changes - David Bowie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October - Broken Bells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Leaves - Ben&amp;Ben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Sweater Weather - The Neighbourhood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November Rain - Guns N' Roses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7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13/20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Changes - David Bowie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Dreams - Fleetwood Mac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Falling - Harry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September - Earth, Wind &amp; Fire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Autumn Leaves - Eva Cassidy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October - Broken Bells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Autumn - Paolo Nutini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The Night We Met - Lord Huron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14/20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September - Earth, Wind &amp; Fire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Falling - Harry Styles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Autumn - Paolo Nutini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Dreams - Fleetwood Mac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Sweater Weather - The Neighbourhood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October - Broken Bells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Leaves - Ben&amp;Ben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15/20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Harvest Moon - Neil Young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November Rain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Changes - David Bowie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Leaves - Ben&amp;Ben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September - Earth, Wind &amp; Fire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Dreams - Fleetwood Mac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The Night We Met - Lord Huron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Wake Me Up When September Ends - Green Day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7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16/20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Wake Me Up When September Ends - Green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Falling - Harry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Dreams - Fleetwood Mac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Autumn - Paolo Nutini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November Rain - Guns N' 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Changes - David Bowie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Sweater Weather - The Neighbourhood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Harvest Moon - Neil Young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17/20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Iris - The Goo Goo Dolls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Dreams - Fleetwood Mac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Autumn Leaves - Eva Cassidy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Harvest Moon - Neil Young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Autumn - Paolo Nutini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Autumn in New York - Billie Holiday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Leaves - Ben&amp;Ben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18/20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Autumn - Paolo Nutini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Sweater Weather - The Neighbourhood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Leaves - Ben&amp;Ben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November Rain - Guns N' Roses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September - Earth, Wind &amp; Fire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October - Broken Bells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Autumn Leaves - Eva Cassidy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Iris - The Goo Goo Dolls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7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4A574"/>
                </a:solidFill>
              </a:defRPr>
            </a:pPr>
            <a:r>
              <a:t>🎵 BINGO MUSICAL - Otoño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19/20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Harvest Moon - Neil Young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Autumn Leaves - Eva Cassidy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Sweater Weather - The Neighbourhood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Leaves - Ben&amp;Ben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Autumn in New York - Billie Holiday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October - Broken Bells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Autumn - Paolo Nutini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Wake Me Up When September Ends - Green 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B48246"/>
                </a:solidFill>
              </a:defRPr>
            </a:pPr>
            <a:r>
              <a:t>Cartón 20/20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Autumn - Paolo Nutini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Falling - Harry Styles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Iris - The Goo Goo Dolls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October - Broken Bells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Sweater Weather - The Neighbourhood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Changes - David Bowie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September - Earth, Wind &amp; Fire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Autumn Leaves - Eva Cassidy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7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