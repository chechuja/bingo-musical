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Leaves - Ben&amp;Ben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October - Broken Bells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Wake Me Up When September Ends - Green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Iris - The Goo Goo Dolls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Falling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The Night We Met - Lord Huron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in New York - Billie Holiday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September - Earth, Wind &amp; 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Leaves - Eva Cassidy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Sweater Weather - The Neighbourhood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Leaves - Ben&amp;Ben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Autumn Leaves - Eva Cassidy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Sweater Weather - The Neighbourhood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September - Earth, Wind &amp; Fire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 Night We Met - Lord Huron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Falling - Harry Styles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Harvest Moon - Neil Young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Autumn in New York - Billie Holiday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Dreams - Fleetwood Mac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Wake Me Up When September Ends - Green 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Autumn in New York - Billie Holiday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Changes - David Bowie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October - Broken Bells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Sweater Weather - The Neighbourhood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September - Earth, Wind &amp; 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Leaves - Eva Cassidy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Falling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Leaves - Ben&amp;Ben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Harvest Moon - Neil Young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Dreams - Fleetwood 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Iris - The Goo Goo Dolls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Sweater Weather - The Neighbourhood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Dreams - Fleetwood Mac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in New York - Billie Holiday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Leaves - Ben&amp;Ben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October - Broken Bells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Falling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Iris - The Goo Goo Dolls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Changes - David Bowie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Harvest Moon - Neil Young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September - Earth, Wind &amp; Fire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- Paolo Nutini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 Night We Met - Lord Huron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October - Broken Bells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Leaves - Ben&amp;Ben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Sweater Weather - The Neighbourhood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Dreams - Fleetwood Mac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Leaves - Eva Cassidy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Harvest Moon - Neil Young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in New York - Billie Holiday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Wake Me Up When September Ends - Green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September - Earth, Wind &amp; 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- Paolo Nutini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Falling - Harry Styles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Dreams - Fleetwood Mac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Changes - David Bowie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Leaves - Ben&amp;Ben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Wake Me Up When September Ends - Green 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- Paolo Nutini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Autumn in New York - Billie Holiday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September - Earth, Wind &amp; Fire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Iris - The Goo Goo Dolls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The Night We Met - Lord Huron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Leaves - Eva Cassidy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Falling - Harry Styles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Autumn in New York - Billie Holiday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Iris - The Goo Goo Dolls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Dreams - Fleetwood 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Leaves - Ben&amp;Ben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Wake Me Up When September Ends - Green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The Night We Met - Lord Huron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Leaves - Eva Cassidy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Falling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October - Broken Bells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- Paolo Nutini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September - Earth, Wind &amp; Fire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Leaves - Ben&amp;Ben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Autumn in New York - Billie Holiday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Leaves - Eva Cassidy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October - Broken Bells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 Night We Met - Lord Huron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Sweater Weather - The Neighbourhood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- Paolo Nutini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Wake Me Up When September Ends - Green 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November Rain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Iris - The Goo Goo Dolls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Falling - Harry Styles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Falling - Harry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Iris - The Goo Goo Dolls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October - Broken Bells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Autumn Leaves - Eva Cassidy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Autumn - Paolo Nutini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September - Earth, Wind &amp; Fire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Sweater Weather - The Neighbourhood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Dreams - Fleetwood 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Harvest Moon - Neil Young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The Night We Met - Lord Huron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Leaves - Ben&amp;Ben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Wake Me Up When September Ends - Green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Autumn Leaves - Eva Cassidy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October - Broken Bells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The Night We Met - Lord Huron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Falling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September - Earth, Wind &amp; Fire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Sweater Weather - The Neighbourhood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Autumn in New York - Billie Holiday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Changes - David Bowie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Dreams - Fleetwood Mac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Harvest Moon - Neil Young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Autumn Leaves - Eva Cassidy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Leaves - Ben&amp;Ben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Dreams - Fleetwood 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Iris - The Goo Goo Dolls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Changes - David Bowie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Autumn in New York - Billie Holiday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Wake Me Up When September Ends - Green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The Night We Met - Lord Huron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October - Broken Bells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- Paolo Nutini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Falling - Harry Styles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Autumn - Paolo Nutini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Wake Me Up When September Ends - Green 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Harvest Moon - Neil Young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Dreams - Fleetwood Mac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Changes - David Bowie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Autumn in New York - Billie Holiday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Leaves - Eva Cassidy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Iris - The Goo Goo Dolls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September - Earth, Wind &amp; Fire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October - Broken Bells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 Night We Met - Lord Huron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Changes - David Bowie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Leaves - Ben&amp;Ben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September - Earth, Wind &amp; Fire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Falling - Harry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Wake Me Up When September Ends - Green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October - Broken Bells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Harvest Moon - Neil Young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Sweater Weather - The Neighbourhood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Leaves - Eva Cassidy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Dreams - Fleetwood 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Iris - The Goo Goo Dolls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Autumn in New York - Billie Holiday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Harvest Moon - Neil Young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Changes - David Bowie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Wake Me Up When September Ends - Green 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October - Broken Bells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Sweater Weather - The Neighbourhood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Falling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The Night We Met - Lord Huron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- Paolo Nutini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Dreams - Fleetwood Mac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Leaves - Ben&amp;Ben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Iris - The Goo Goo Dolls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Autumn Leaves - Eva Cassidy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September - Earth, Wind &amp; Fire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October - Broken 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Sweater Weather - The Neighbourhood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 Night We Met - Lord Huron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Autumn Leaves - Eva Cassidy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Wake Me Up When September Ends - Green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- Paolo Nutini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Falling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Iris - The Goo Goo Dolls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Changes - David Bowie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Harvest Moon - Neil Young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September - Earth, Wind &amp; Fire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Falling - Harry Styles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Leaves - Eva Cassidy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Iris - The Goo Goo Dolls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Leaves - Ben&amp;Ben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Wake Me Up When September Ends - Green 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Sweater Weather - The Neighbourhood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October - Broken Bells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 Night We Met - Lord Huron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Wake Me Up When September Ends - Green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Falling - Harry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Changes - David Bowie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Autumn Leaves - Eva Cassidy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September - Earth, Wind &amp; 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Dreams - Fleetwood Mac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Harvest Moon - Neil Young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November Rain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- Paolo Nutini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Autumn in New York - Billie Holiday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October - Broken Bells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Iris - The Goo Goo Dolls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Dreams - Fleetwood Mac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Falling - Harry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in New York - Billie Holiday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Sweater Weather - The Neighbourhood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Leaves - Ben&amp;Ben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October - Broken Bells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The Night We Met - Lord Huron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Leaves - Eva Cassidy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Wake Me Up When September Ends - Green 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Changes - David Bowie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Harvest Moon - Neil Young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Changes - David Bowie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Autumn - Paolo Nutini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Sweater Weather - The Neighbourhood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Leaves - Ben&amp;Ben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October - Broken Bells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Iris - The Goo Goo Dolls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Leaves - Eva Cassidy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September - Earth, Wind &amp; 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in New York - Billie Holiday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Wake Me Up When September Ends - Green 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Autumn Leaves - Eva Cassidy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Falling - Harry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The Night We Met - Lord Huron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Sweater Weather - The Neighbourhood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Changes - David Bowie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September - Earth, Wind &amp; Fire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Leaves - Ben&amp;Ben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Iris - The Goo Goo Dolls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- Paolo Nutini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Dreams - Fleetwood Mac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Sweater Weather - The Neighbourhood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Harvest Moon - Neil Young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Leaves - Eva Cassidy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Wake Me Up When September Ends - Green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October - Broken Bells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Changes - David Bowie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Dreams - Fleetwood Mac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in New York - Billie Holiday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- Paolo Nutini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Falling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The Night We Met - Lord Huron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Leaves - Ben&amp;Ben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September - Earth, Wind &amp; Fire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Harvest Moon - Neil Young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Sweater Weather - The Neighbourhood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Iris - The Goo Goo Dolls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Dreams - Fleetwood Mac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Changes - David Bowie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- Paolo Nutini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in New York - Billie Holiday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Wake Me Up When September Ends - Green 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Leaves - Ben&amp;Ben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October - Broken Bells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The Night We Met - Lord Huron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Dreams - Fleetwood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Leaves - Eva Cassidy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Iris - The Goo Goo Dolls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Wake Me Up When September Ends - Green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- Paolo Nutini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Changes - David Bowie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September - Earth, Wind &amp; Fire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Falling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Harvest Moon - Neil Young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October - Broken Bells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October - Broken Bells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Iris - The Goo Goo Dolls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September - Earth, Wind &amp; Fire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Leaves - Ben&amp;Ben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Dreams - Fleetwood Mac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Autumn Leaves - Eva Cassidy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Changes - David Bowie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The Night We Met - Lord Huron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- Paolo Nutini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Wake Me Up When September Ends - Green 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September - Earth, Wind &amp; Fire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Changes - David Bowie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- Paolo Nutini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Iris - The Goo Goo Dolls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Leaves - Ben&amp;Ben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Leaves - Eva Cassidy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Falling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Dreams - Fleetwood 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Sweater Weather - The Neighbourhood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November Rain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in New York - Billie Holiday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Wake Me Up When September Ends - Green 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Sweater Weather - The Neighbourhood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The Night We Met - Lord Huron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Harvest Moon - Neil Young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Autumn in New York - Billie Holiday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- Paolo Nutini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October - Broken Bells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September - Earth, Wind &amp; Fire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Falling - Harry Styles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Wake Me Up When September Ends - Green 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Leaves - Eva Cassidy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Leaves - Ben&amp;Ben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Sweater Weather - The Neighbourhood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in New York - Billie Holiday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Iris - The Goo Goo Dolls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September - Earth, Wind &amp; 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Leaves - Ben&amp;Ben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Harvest Moon - Neil Young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Changes - David Bowie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Autumn - Paolo Nutini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Dreams - Fleetwood 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Falling - Harry Styles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October - Broken Bells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Leaves - Ben&amp;Ben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October - Broken Bells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Harvest Moon - Neil Young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The Night We Met - Lord Huron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- Paolo Nutini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Wake Me Up When September Ends - Green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September - Earth, Wind &amp; Fire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Iris - The Goo Goo Dolls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Falling - Harry Styles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Autumn Leaves - Eva Cassidy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Sweater Weather - The Neighbourhood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Dreams - Fleetwood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Changes - David Bowie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Autumn Leaves - Eva Cassidy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Sweater Weather - The Neighbourhood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Autumn in New York - Billie Holiday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Falling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The Night We Met - Lord Huron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September - Earth, Wind &amp; Fire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Wake Me Up When September Ends - Green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Harvest Moon - Neil Young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Leaves - Ben&amp;Ben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September - Earth, Wind &amp; Fire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Harvest Moon - Neil Young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Autumn Leaves - Eva Cassidy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October - Broken Bells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Sweater Weather - The Neighbourhood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 Night We Met - Lord Huron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Changes - David Bowie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Autumn - Paolo Nutini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Dreams - Fleetwood Mac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Falling - Harry Styles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Autumn in New York - Billie Holiday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