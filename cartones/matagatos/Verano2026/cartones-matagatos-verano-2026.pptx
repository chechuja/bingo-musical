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#169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#179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68. Chimbala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Feliz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57. Los Manolos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All my Lovin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FALDA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27. Chocolate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59. Los chicanos del sur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Beso a beso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77. Flying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Pont Aeri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82. Blues Brothers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Everybody Needs Somebody To Love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84. ROSALÍA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DESPECHÁ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Mi Corazón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72. Cali Flow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Ras Tas Tas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60. El chaval de la peca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Abanibi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67. 50 Cent X Bad Bunny X Rochy RD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Titi Me Pregunto Just A Little Bit Uva Bombom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85. Fito Y Los Fitipaldis &amp; Extremoduro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 Ni Nuve Azul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25. The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Raja De Tu Falda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80. Hector y Tito ft.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 morena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29. BM y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49. ROSÉ y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81. Eivissa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Oh La La La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50. Carlinhos Brown and DJ Dero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Maria caipirinha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10.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62. Dos Gardenias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Dos Gardenias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86. Los Rodriguez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Hace Calor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64. Climax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Mesa Que Mas Aplauda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58. LOS LUNNIS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HASTA MAÑANA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88. Tequila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Salta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MariCarmen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78. El chombo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gato volador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47. Sebastián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83. La Hungara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Achilipu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53. SBS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Sigue Al Lider (Follow The Leader)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137160"/>
            <a:ext cx="754380" cy="7543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73. Rauw Alejandro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Todo de Ti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75. Pitbull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Taxi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69. ROSALÍA, J Balvin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Con Altura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12.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63. ACDC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T.N.T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137160"/>
            <a:ext cx="754380" cy="75438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69087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18. Marta, Sebas, Guille y los demás (Amaral)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22. Gasolina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Daddy Yankee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93726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96469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23078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25821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44. David Bisbal y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Tú La Quieres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55. Santa 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Esto Es Pa Ti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14. Los Del Río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Macarena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52430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55173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13.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9087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1830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0819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3562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61. Omega El Fuerte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Te Vas Que Tengo Que Hacer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25512" y="181782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52944" y="184525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79. El Hormiguero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Marron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1830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3562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52. María Isabel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Antes muerta que sencilla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25512" y="211134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52944" y="213878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chacachá del tren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670" y="2971800"/>
            <a:ext cx="754380" cy="7543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18288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BZRP Music Sessions #53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65. Mambo No. 5 (A Little Bit of...)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7. Alaska y Dinarama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Quién Le Importa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74. Cue Dj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Baile Del Serrucho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4. Isabel Aaiún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71. Camilo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Vida de Rico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031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763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44952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031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0020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2763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89. El Barrio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Quiéreme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17520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44952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031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0020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2763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54. Seguridad social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Chiquilla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4952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76.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Limbo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#199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LogoMatag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62" y="2971800"/>
            <a:ext cx="754380" cy="754380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469087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48. Juan Magán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Bailando por Ahi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3771900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3799332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11. Joaquin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Diez (Video)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9087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1830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51. Daddy Yankee Feat. Omega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Estrellita De Madrugada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0819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3562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25512" y="4065422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552944" y="4092854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87. Mano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Mala Vida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69087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1830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Reggaetón Lento (Bailemos)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10819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3562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56. Macaco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Ojala no te hubiera conocido nunca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25512" y="4358944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552944" y="4386376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70. Jarabe de Palo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Eso que tú me das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9087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1830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0819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13562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25512" y="4652467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52944" y="4679899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9087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1830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66.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DILE, CUENTALE (BATUCADA)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0819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3562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90. Los Delincuentes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Nube de Pegatina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25512" y="4945989"/>
            <a:ext cx="1417320" cy="293522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552944" y="4973421"/>
            <a:ext cx="1362456" cy="238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canción del velero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#200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