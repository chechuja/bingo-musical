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Formentera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Aitana, Nicki Nicole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Bizcochito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This Is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Keala Settle, The Greatest Showman Ensemble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3821882" cy="1097280"/>
          </a:xfrm>
          <a:prstGeom prst="rect">
            <a:avLst/>
          </a:prstGeom>
        </p:spPr>
      </p:pic>
      <p:pic>
        <p:nvPicPr>
          <p:cNvPr id="62" name="Picture 61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53512"/>
            <a:ext cx="585216" cy="58521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TQG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G, Shakira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Todo de 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Rauw Alejandro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Cuando Me Miras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Beret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We Don’t Talk About Bruno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Carolina Gaitán, Mauro Castillo, Adassa, Rhenzy Feliz, Diane Guerrero, Stephanie Beatriz, Encanto Cast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3821882" cy="1097280"/>
          </a:xfrm>
          <a:prstGeom prst="rect">
            <a:avLst/>
          </a:prstGeom>
        </p:spPr>
      </p:pic>
      <p:pic>
        <p:nvPicPr>
          <p:cNvPr id="91" name="Picture 90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953512"/>
            <a:ext cx="585216" cy="58521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Top of the World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413308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416052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Anti-Hero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40969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43712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Viva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Coldplay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Despechá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68630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71373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La Bachata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Manuel Turizo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Unstoppable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96290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9033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3821882" cy="1097280"/>
          </a:xfrm>
          <a:prstGeom prst="rect">
            <a:avLst/>
          </a:prstGeom>
        </p:spPr>
      </p:pic>
      <p:pic>
        <p:nvPicPr>
          <p:cNvPr id="4" name="Picture 3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118872"/>
            <a:ext cx="585216" cy="5852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Vagabundo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Yatra, Manuel Turizo, Beéle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Mon Amour (Remix)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zzoilo, Aitana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Can’t Stop the Feeling!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Bzrp Music Sessions, Vol. 53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Shakira, Bizarrap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Firework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Houdini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SNAP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 Linn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3821882" cy="1097280"/>
          </a:xfrm>
          <a:prstGeom prst="rect">
            <a:avLst/>
          </a:prstGeom>
        </p:spPr>
      </p:pic>
      <p:pic>
        <p:nvPicPr>
          <p:cNvPr id="33" name="Picture 32" descr="LogoMatag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8872"/>
            <a:ext cx="585216" cy="58521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El Merengue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Marshmello, Manuel Turizo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Dance The Night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1298448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325880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Training Season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Espresso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Sabrina Carpenter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Tattoo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575054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602486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Shake It Off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Miénteme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TINI, María Becerra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851660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879092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Beautiful Things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Benson Boone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Sebastián Yatra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Try Everything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128266"/>
            <a:ext cx="1417320" cy="276605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155698"/>
            <a:ext cx="1362456" cy="22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Cruel Summer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