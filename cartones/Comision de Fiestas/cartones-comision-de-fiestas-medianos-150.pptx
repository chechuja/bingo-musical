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38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38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38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38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38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38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38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29/150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38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38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39/150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38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38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38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49/150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38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38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59/150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38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38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38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69/150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38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38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79/150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38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38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38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89/150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38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38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99/150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38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38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38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109/150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38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38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119/150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38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38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38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129/150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131/150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132/150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38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133/150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134/150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135/150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136/150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38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137/150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138/150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139/150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140/150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38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141/150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142/150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143/150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37. La fiesta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Quiero montarme en tu velero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144/150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44. David Bisbal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Tu la Quieres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11. Baby Lores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del pelotero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22. Daddy Yankee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Gasolina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38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145/150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26. Aitana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Las Babys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13. Nino Bravo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Libre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24. El Canto del Loco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Zapatillas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46. Katy Perry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18. Amaral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Mis amigos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146/150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42. Bad Bunny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Yo perreo sola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29. Luck 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morocha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20. La pegatina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Mari Carmen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43. El simbolo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Levantando las manos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5. Isabel Aaiun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himno de mi peña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40. Vicco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Nochentera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147/150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17. Zapato veloz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Tractor amarillo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763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44952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031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16. Izal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Mujer de Verde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0020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2763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30. José Luis Perales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Un Velero Llamado Libertad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17520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44952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45.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Bomba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288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36. Karol 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 antes te hubiera conocido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0020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2763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44952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031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60020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2763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4952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36592" y="297180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148/150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32. Melendi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Caminando por la vida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38. David Civera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 la detengan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42900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45643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34. Estopa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Por la Raja de tu Falda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388162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390906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33. Proyecto Uno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Tiburón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12. Joaquín Sabina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nos dieron las 10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334256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361688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9087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71830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1. Los Del Rio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Macarena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0819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3562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4. Coyote Dax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No Rompas Más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25512" y="478688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52944" y="4814316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6. Georgie Dann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Barbacoa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38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164592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C3C3C"/>
                </a:solidFill>
              </a:defRPr>
            </a:pPr>
            <a:r>
              <a:t>🎵 BINGO MUSICAL - Comisión de Fiestas - Medianos (12 canciones)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149/150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2763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35. Las ketchup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Asereje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8. Alaska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 quien le importa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48. Juan Magan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Ayer la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21. Gente de zona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Gozadera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14. Don Omar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Danza Kuduro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47. Sebastian Yatra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Tacones rojos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10. CNCO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Reguetón Lento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28. Shakira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 Tipos Como Tú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4952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7. Raphael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 gran noche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37160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5A5A5A"/>
                </a:solidFill>
              </a:defRPr>
            </a:pPr>
            <a:r>
              <a:t>Cartón 150/150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9087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49. ROSÉ &amp; Bruno Mars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15. Pereza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Princesa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594360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621792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25. Los refrescos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Aquí no hay playa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3. El Consorcio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Chacacha del Tren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9. Radio Futura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Escuela de Calor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046988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074420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2. La Oreja de Van Gogh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Rosas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41. Camela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Cuando zarpa el amor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19. Myke Towers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Esa Falda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499615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527047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27. Chocolate Latino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Mayonesa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31. Lola Indigo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 reina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23. King 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Paquito el Chocolatero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1952243"/>
            <a:ext cx="1417320" cy="452627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1979675"/>
            <a:ext cx="1362456" cy="39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39. Paulina Rubio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Y yo sigo aquí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38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