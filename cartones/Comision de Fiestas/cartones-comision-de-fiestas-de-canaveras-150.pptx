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91440"/>
            <a:ext cx="2962656" cy="1975104"/>
          </a:xfrm>
          <a:prstGeom prst="rect">
            <a:avLst/>
          </a:prstGeom>
        </p:spPr>
      </p:pic>
      <p:pic>
        <p:nvPicPr>
          <p:cNvPr id="3" name="Picture 2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5803" y="91440"/>
            <a:ext cx="2675317" cy="76809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3C3C3C"/>
                </a:solidFill>
              </a:defRPr>
            </a:pPr>
            <a:r>
              <a:t>🎵 BINGO MUSICAL - Comisión de fiestas de Cañaveras - Medianos (12 canciones)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37160"/>
            <a:ext cx="4160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5A5A5A"/>
                </a:solidFill>
              </a:defRPr>
            </a:pPr>
            <a:r>
              <a:t>Cartón 1/150</a:t>
            </a:r>
          </a:p>
        </p:txBody>
      </p:sp>
      <p:sp>
        <p:nvSpPr>
          <p:cNvPr id="7" name="Rectangle 6"/>
          <p:cNvSpPr/>
          <p:nvPr/>
        </p:nvSpPr>
        <p:spPr>
          <a:xfrm>
            <a:off x="182880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0312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33. Proyecto Uno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Tiburón</a:t>
            </a:r>
          </a:p>
        </p:txBody>
      </p:sp>
      <p:sp>
        <p:nvSpPr>
          <p:cNvPr id="9" name="Rectangle 8"/>
          <p:cNvSpPr/>
          <p:nvPr/>
        </p:nvSpPr>
        <p:spPr>
          <a:xfrm>
            <a:off x="1600200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27632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6. Georgie Dann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Barbacoa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017520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44952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36. Karol 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 antes te hubiera conocido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2880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10312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43. El simbolo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Levantando las manos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600200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27632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44. David Bisbal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 Tu la Quieres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017520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44952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42. Bad Bunny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Yo perreo sola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82880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10312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11. Baby Lores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mujer del pelotero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600200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627632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23. King 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Paquito el Chocolatero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017520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044952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45. King 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Bomba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82880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10312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30. José Luis Perales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Un Velero Llamado Libertad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600200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627632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41. Camela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Cuando zarpa el amor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017520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044952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39. Paulina Rubio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 yo sigo aquí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#001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736592" y="137160"/>
            <a:ext cx="4160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5A5A5A"/>
                </a:solidFill>
              </a:defRPr>
            </a:pPr>
            <a:r>
              <a:t>Cartón 2/150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690872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718304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4. Coyote Dax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No Rompas Más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08192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135624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5. Isabel Aaiun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himno de mi peña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525512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552944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1. Los Del Rio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Macarena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690872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718304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31. Lola Indigo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reina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108192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135624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20. La pegatina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Mari Carmen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525512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552944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2. La Oreja de Van Gogh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Rosas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690872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718304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26. Aitana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Las Babys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108192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135624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47. Sebastian Yatra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Tacones rojos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525512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552944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35. Las ketchup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Asereje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690872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718304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12. Joaquín Sabina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 nos dieron las 10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108192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135624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14. Don Omar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Danza Kuduro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525512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552944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8. Alaska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 quien le importa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#002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228600" y="2971800"/>
            <a:ext cx="4160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5A5A5A"/>
                </a:solidFill>
              </a:defRPr>
            </a:pPr>
            <a:r>
              <a:t>Cartón 3/150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82880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10312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29. Luck 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morocha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600200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627632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37. La fiesta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Quiero montarme en tu velero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017520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044952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25. Los refrescos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Aquí no hay playa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82880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10312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24. El Canto del Loco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Zapatillas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600200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627632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10. CNCO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Reguetón Lento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017520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044952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21. Gente de zona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Gozadera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82880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210312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7. Raphael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 gran noche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600200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627632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28. Shakira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 Tipos Como Tú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017520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044952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9. Radio Futura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Escuela de Calor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82880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210312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35. Las ketchup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Asereje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600200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627632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47. Sebastian Yatra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Tacones rojos</a:t>
            </a:r>
          </a:p>
        </p:txBody>
      </p:sp>
      <p:sp>
        <p:nvSpPr>
          <p:cNvPr id="85" name="Rectangle 84"/>
          <p:cNvSpPr/>
          <p:nvPr/>
        </p:nvSpPr>
        <p:spPr>
          <a:xfrm>
            <a:off x="3017520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3044952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34. Estopa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Por la Raja de tu Falda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#003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9" name="Rectangle 88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4736592" y="2971800"/>
            <a:ext cx="4160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5A5A5A"/>
                </a:solidFill>
              </a:defRPr>
            </a:pPr>
            <a:r>
              <a:t>Cartón 4/150</a:t>
            </a:r>
          </a:p>
        </p:txBody>
      </p:sp>
      <p:sp>
        <p:nvSpPr>
          <p:cNvPr id="91" name="Rectangle 90"/>
          <p:cNvSpPr/>
          <p:nvPr/>
        </p:nvSpPr>
        <p:spPr>
          <a:xfrm>
            <a:off x="4690872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4718304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41. Camela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Cuando zarpa el amor</a:t>
            </a:r>
          </a:p>
        </p:txBody>
      </p:sp>
      <p:sp>
        <p:nvSpPr>
          <p:cNvPr id="93" name="Rectangle 92"/>
          <p:cNvSpPr/>
          <p:nvPr/>
        </p:nvSpPr>
        <p:spPr>
          <a:xfrm>
            <a:off x="6108192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6135624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16. Izal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Mujer de Verde</a:t>
            </a:r>
          </a:p>
        </p:txBody>
      </p:sp>
      <p:sp>
        <p:nvSpPr>
          <p:cNvPr id="95" name="Rectangle 94"/>
          <p:cNvSpPr/>
          <p:nvPr/>
        </p:nvSpPr>
        <p:spPr>
          <a:xfrm>
            <a:off x="7525512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7552944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22. Daddy Yankee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Gasolina</a:t>
            </a:r>
          </a:p>
        </p:txBody>
      </p:sp>
      <p:sp>
        <p:nvSpPr>
          <p:cNvPr id="97" name="Rectangle 96"/>
          <p:cNvSpPr/>
          <p:nvPr/>
        </p:nvSpPr>
        <p:spPr>
          <a:xfrm>
            <a:off x="4690872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4718304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19. Myke Towers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Esa Falda</a:t>
            </a:r>
          </a:p>
        </p:txBody>
      </p:sp>
      <p:sp>
        <p:nvSpPr>
          <p:cNvPr id="99" name="Rectangle 98"/>
          <p:cNvSpPr/>
          <p:nvPr/>
        </p:nvSpPr>
        <p:spPr>
          <a:xfrm>
            <a:off x="6108192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6135624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2. La Oreja de Van Gogh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Rosas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7525512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7552944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17. Zapato veloz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Tractor amarillo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4690872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4718304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3. El Consorcio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Chacacha del Tren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6108192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6135624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40. Vicco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Nochentera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7525512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7552944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5. Isabel Aaiun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himno de mi peña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4690872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4718304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32. Melendi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Caminando por la vida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108192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135624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46. Katy Perry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Roar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7525512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7552944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27. Chocolate Latino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Mayonesa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#004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1 de 38 · bingomusicalgratis.es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91440"/>
            <a:ext cx="2962656" cy="1975104"/>
          </a:xfrm>
          <a:prstGeom prst="rect">
            <a:avLst/>
          </a:prstGeom>
        </p:spPr>
      </p:pic>
      <p:pic>
        <p:nvPicPr>
          <p:cNvPr id="3" name="Picture 2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5803" y="91440"/>
            <a:ext cx="2675317" cy="76809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3C3C3C"/>
                </a:solidFill>
              </a:defRPr>
            </a:pPr>
            <a:r>
              <a:t>🎵 BINGO MUSICAL - Comisión de fiestas de Cañaveras - Medianos (12 canciones)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37160"/>
            <a:ext cx="4160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5A5A5A"/>
                </a:solidFill>
              </a:defRPr>
            </a:pPr>
            <a:r>
              <a:t>Cartón 5/150</a:t>
            </a:r>
          </a:p>
        </p:txBody>
      </p:sp>
      <p:sp>
        <p:nvSpPr>
          <p:cNvPr id="7" name="Rectangle 6"/>
          <p:cNvSpPr/>
          <p:nvPr/>
        </p:nvSpPr>
        <p:spPr>
          <a:xfrm>
            <a:off x="182880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0312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16. Izal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Mujer de Verde</a:t>
            </a:r>
          </a:p>
        </p:txBody>
      </p:sp>
      <p:sp>
        <p:nvSpPr>
          <p:cNvPr id="9" name="Rectangle 8"/>
          <p:cNvSpPr/>
          <p:nvPr/>
        </p:nvSpPr>
        <p:spPr>
          <a:xfrm>
            <a:off x="1600200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27632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7. Raphael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 gran noche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017520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44952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28. Shakira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 Tipos Como Tú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2880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10312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44. David Bisbal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 Tu la Quieres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600200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27632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11. Baby Lores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mujer del pelotero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017520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44952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38. David Civera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 la detengan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82880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10312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49. ROSÉ &amp; Bruno Mars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APT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600200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627632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48. Juan Magan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Ayer la vi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017520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044952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24. El Canto del Loco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Zapatillas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82880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10312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8. Alaska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 quien le importa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600200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627632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13. Nino Bravo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Libre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017520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044952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18. Amaral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Mis amigos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#005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736592" y="137160"/>
            <a:ext cx="4160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5A5A5A"/>
                </a:solidFill>
              </a:defRPr>
            </a:pPr>
            <a:r>
              <a:t>Cartón 6/150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690872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718304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15. Pereza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Princesa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08192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135624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4. Coyote Dax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No Rompas Más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525512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552944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33. Proyecto Uno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Tiburón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690872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718304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34. Estopa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Por la Raja de tu Falda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108192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135624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27. Chocolate Latino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Mayonesa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525512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552944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9. Radio Futura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Escuela de Calor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690872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718304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19. Myke Towers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Esa Falda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108192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135624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23. King 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Paquito el Chocolatero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525512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552944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12. Joaquín Sabina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 nos dieron las 10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690872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718304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13. Nino Bravo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Libre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108192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135624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14. Don Omar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Danza Kuduro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525512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552944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45. King 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Bomba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#006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228600" y="2971800"/>
            <a:ext cx="4160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5A5A5A"/>
                </a:solidFill>
              </a:defRPr>
            </a:pPr>
            <a:r>
              <a:t>Cartón 7/150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82880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10312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3. El Consorcio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Chacacha del Tren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600200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627632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40. Vicco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Nochentera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017520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044952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15. Pereza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Princesa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82880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10312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20. La pegatina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Mari Carmen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600200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627632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43. El simbolo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Levantando las manos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017520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044952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21. Gente de zona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Gozadera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82880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210312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26. Aitana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Las Babys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600200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627632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18. Amaral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Mis amigos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017520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044952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39. Paulina Rubio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 yo sigo aquí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82880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210312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36. Karol 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 antes te hubiera conocido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600200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627632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32. Melendi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Caminando por la vida</a:t>
            </a:r>
          </a:p>
        </p:txBody>
      </p:sp>
      <p:sp>
        <p:nvSpPr>
          <p:cNvPr id="85" name="Rectangle 84"/>
          <p:cNvSpPr/>
          <p:nvPr/>
        </p:nvSpPr>
        <p:spPr>
          <a:xfrm>
            <a:off x="3017520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3044952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38. David Civera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 la detengan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#007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9" name="Rectangle 88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4736592" y="2971800"/>
            <a:ext cx="4160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5A5A5A"/>
                </a:solidFill>
              </a:defRPr>
            </a:pPr>
            <a:r>
              <a:t>Cartón 8/150</a:t>
            </a:r>
          </a:p>
        </p:txBody>
      </p:sp>
      <p:sp>
        <p:nvSpPr>
          <p:cNvPr id="91" name="Rectangle 90"/>
          <p:cNvSpPr/>
          <p:nvPr/>
        </p:nvSpPr>
        <p:spPr>
          <a:xfrm>
            <a:off x="4690872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4718304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5. Isabel Aaiun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himno de mi peña</a:t>
            </a:r>
          </a:p>
        </p:txBody>
      </p:sp>
      <p:sp>
        <p:nvSpPr>
          <p:cNvPr id="93" name="Rectangle 92"/>
          <p:cNvSpPr/>
          <p:nvPr/>
        </p:nvSpPr>
        <p:spPr>
          <a:xfrm>
            <a:off x="6108192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6135624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48. Juan Magan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Ayer la vi</a:t>
            </a:r>
          </a:p>
        </p:txBody>
      </p:sp>
      <p:sp>
        <p:nvSpPr>
          <p:cNvPr id="95" name="Rectangle 94"/>
          <p:cNvSpPr/>
          <p:nvPr/>
        </p:nvSpPr>
        <p:spPr>
          <a:xfrm>
            <a:off x="7525512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7552944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6. Georgie Dann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Barbacoa</a:t>
            </a:r>
          </a:p>
        </p:txBody>
      </p:sp>
      <p:sp>
        <p:nvSpPr>
          <p:cNvPr id="97" name="Rectangle 96"/>
          <p:cNvSpPr/>
          <p:nvPr/>
        </p:nvSpPr>
        <p:spPr>
          <a:xfrm>
            <a:off x="4690872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4718304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37. La fiesta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Quiero montarme en tu velero</a:t>
            </a:r>
          </a:p>
        </p:txBody>
      </p:sp>
      <p:sp>
        <p:nvSpPr>
          <p:cNvPr id="99" name="Rectangle 98"/>
          <p:cNvSpPr/>
          <p:nvPr/>
        </p:nvSpPr>
        <p:spPr>
          <a:xfrm>
            <a:off x="6108192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6135624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49. ROSÉ &amp; Bruno Mars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APT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7525512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7552944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43. El simbolo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Levantando las manos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4690872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4718304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21. Gente de zona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Gozadera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6108192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6135624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46. Katy Perry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Roar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7525512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7552944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47. Sebastian Yatra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Tacones rojos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4690872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4718304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1. Los Del Rio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Macarena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108192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135624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10. CNCO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Reguetón Lento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7525512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7552944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31. Lola Indigo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reina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#008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2 de 38 · bingomusicalgratis.es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91440"/>
            <a:ext cx="2962656" cy="1975104"/>
          </a:xfrm>
          <a:prstGeom prst="rect">
            <a:avLst/>
          </a:prstGeom>
        </p:spPr>
      </p:pic>
      <p:pic>
        <p:nvPicPr>
          <p:cNvPr id="3" name="Picture 2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5803" y="91440"/>
            <a:ext cx="2675317" cy="76809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3C3C3C"/>
                </a:solidFill>
              </a:defRPr>
            </a:pPr>
            <a:r>
              <a:t>🎵 BINGO MUSICAL - Comisión de fiestas de Cañaveras - Medianos (12 canciones)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37160"/>
            <a:ext cx="4160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5A5A5A"/>
                </a:solidFill>
              </a:defRPr>
            </a:pPr>
            <a:r>
              <a:t>Cartón 9/150</a:t>
            </a:r>
          </a:p>
        </p:txBody>
      </p:sp>
      <p:sp>
        <p:nvSpPr>
          <p:cNvPr id="7" name="Rectangle 6"/>
          <p:cNvSpPr/>
          <p:nvPr/>
        </p:nvSpPr>
        <p:spPr>
          <a:xfrm>
            <a:off x="182880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0312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11. Baby Lores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mujer del pelotero</a:t>
            </a:r>
          </a:p>
        </p:txBody>
      </p:sp>
      <p:sp>
        <p:nvSpPr>
          <p:cNvPr id="9" name="Rectangle 8"/>
          <p:cNvSpPr/>
          <p:nvPr/>
        </p:nvSpPr>
        <p:spPr>
          <a:xfrm>
            <a:off x="1600200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27632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31. Lola Indigo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reina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017520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44952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42. Bad Bunny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Yo perreo sola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2880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10312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30. José Luis Perales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Un Velero Llamado Libertad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600200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27632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22. Daddy Yankee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Gasolina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017520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44952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36. Karol 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 antes te hubiera conocido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82880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10312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12. Joaquín Sabina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 nos dieron las 10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600200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627632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19. Myke Towers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Esa Falda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017520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044952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29. Luck 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morocha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82880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10312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13. Nino Bravo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Libre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600200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627632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25. Los refrescos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Aquí no hay playa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017520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044952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39. Paulina Rubio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 yo sigo aquí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#009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736592" y="137160"/>
            <a:ext cx="4160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5A5A5A"/>
                </a:solidFill>
              </a:defRPr>
            </a:pPr>
            <a:r>
              <a:t>Cartón 10/150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690872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718304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25. Los refrescos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Aquí no hay playa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08192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135624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42. Bad Bunny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Yo perreo sola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525512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552944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46. Katy Perry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Roar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690872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718304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17. Zapato veloz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Tractor amarillo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108192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135624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26. Aitana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Las Babys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525512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552944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45. King 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Bomba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690872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718304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23. King 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Paquito el Chocolatero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108192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135624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4. Coyote Dax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No Rompas Más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525512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552944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7. Raphael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 gran noche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690872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718304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34. Estopa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Por la Raja de tu Falda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108192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135624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38. David Civera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 la detengan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525512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552944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8. Alaska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 quien le importa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#010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228600" y="2971800"/>
            <a:ext cx="4160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5A5A5A"/>
                </a:solidFill>
              </a:defRPr>
            </a:pPr>
            <a:r>
              <a:t>Cartón 11/150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82880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10312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23. King 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Paquito el Chocolatero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600200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627632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15. Pereza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Princesa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017520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044952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44. David Bisbal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 Tu la Quieres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82880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10312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25. Los refrescos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Aquí no hay playa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600200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627632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1. Los Del Rio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Macarena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017520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044952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24. El Canto del Loco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Zapatillas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82880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210312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9. Radio Futura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Escuela de Calor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600200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627632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48. Juan Magan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Ayer la vi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017520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044952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27. Chocolate Latino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Mayonesa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82880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210312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32. Melendi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Caminando por la vida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600200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627632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29. Luck 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morocha</a:t>
            </a:r>
          </a:p>
        </p:txBody>
      </p:sp>
      <p:sp>
        <p:nvSpPr>
          <p:cNvPr id="85" name="Rectangle 84"/>
          <p:cNvSpPr/>
          <p:nvPr/>
        </p:nvSpPr>
        <p:spPr>
          <a:xfrm>
            <a:off x="3017520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3044952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30. José Luis Perales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Un Velero Llamado Libertad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#011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9" name="Rectangle 88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4736592" y="2971800"/>
            <a:ext cx="4160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5A5A5A"/>
                </a:solidFill>
              </a:defRPr>
            </a:pPr>
            <a:r>
              <a:t>Cartón 12/150</a:t>
            </a:r>
          </a:p>
        </p:txBody>
      </p:sp>
      <p:sp>
        <p:nvSpPr>
          <p:cNvPr id="91" name="Rectangle 90"/>
          <p:cNvSpPr/>
          <p:nvPr/>
        </p:nvSpPr>
        <p:spPr>
          <a:xfrm>
            <a:off x="4690872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4718304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35. Las ketchup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Asereje</a:t>
            </a:r>
          </a:p>
        </p:txBody>
      </p:sp>
      <p:sp>
        <p:nvSpPr>
          <p:cNvPr id="93" name="Rectangle 92"/>
          <p:cNvSpPr/>
          <p:nvPr/>
        </p:nvSpPr>
        <p:spPr>
          <a:xfrm>
            <a:off x="6108192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6135624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10. CNCO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Reguetón Lento</a:t>
            </a:r>
          </a:p>
        </p:txBody>
      </p:sp>
      <p:sp>
        <p:nvSpPr>
          <p:cNvPr id="95" name="Rectangle 94"/>
          <p:cNvSpPr/>
          <p:nvPr/>
        </p:nvSpPr>
        <p:spPr>
          <a:xfrm>
            <a:off x="7525512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7552944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40. Vicco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Nochentera</a:t>
            </a:r>
          </a:p>
        </p:txBody>
      </p:sp>
      <p:sp>
        <p:nvSpPr>
          <p:cNvPr id="97" name="Rectangle 96"/>
          <p:cNvSpPr/>
          <p:nvPr/>
        </p:nvSpPr>
        <p:spPr>
          <a:xfrm>
            <a:off x="4690872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4718304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4. Coyote Dax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No Rompas Más</a:t>
            </a:r>
          </a:p>
        </p:txBody>
      </p:sp>
      <p:sp>
        <p:nvSpPr>
          <p:cNvPr id="99" name="Rectangle 98"/>
          <p:cNvSpPr/>
          <p:nvPr/>
        </p:nvSpPr>
        <p:spPr>
          <a:xfrm>
            <a:off x="6108192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6135624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22. Daddy Yankee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Gasolina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7525512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7552944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43. El simbolo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Levantando las manos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4690872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4718304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49. ROSÉ &amp; Bruno Mars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APT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6108192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6135624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1. Los Del Rio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Macarena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7525512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7552944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7. Raphael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 gran noche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4690872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4718304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20. La pegatina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Mari Carmen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108192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135624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2. La Oreja de Van Gogh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Rosas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7525512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7552944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41. Camela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Cuando zarpa el amor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#012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3 de 38 · bingomusicalgratis.es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91440"/>
            <a:ext cx="2962656" cy="1975104"/>
          </a:xfrm>
          <a:prstGeom prst="rect">
            <a:avLst/>
          </a:prstGeom>
        </p:spPr>
      </p:pic>
      <p:pic>
        <p:nvPicPr>
          <p:cNvPr id="3" name="Picture 2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5803" y="91440"/>
            <a:ext cx="2675317" cy="76809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3C3C3C"/>
                </a:solidFill>
              </a:defRPr>
            </a:pPr>
            <a:r>
              <a:t>🎵 BINGO MUSICAL - Comisión de fiestas de Cañaveras - Medianos (12 canciones)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37160"/>
            <a:ext cx="4160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5A5A5A"/>
                </a:solidFill>
              </a:defRPr>
            </a:pPr>
            <a:r>
              <a:t>Cartón 13/150</a:t>
            </a:r>
          </a:p>
        </p:txBody>
      </p:sp>
      <p:sp>
        <p:nvSpPr>
          <p:cNvPr id="7" name="Rectangle 6"/>
          <p:cNvSpPr/>
          <p:nvPr/>
        </p:nvSpPr>
        <p:spPr>
          <a:xfrm>
            <a:off x="182880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0312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47. Sebastian Yatra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Tacones rojos</a:t>
            </a:r>
          </a:p>
        </p:txBody>
      </p:sp>
      <p:sp>
        <p:nvSpPr>
          <p:cNvPr id="9" name="Rectangle 8"/>
          <p:cNvSpPr/>
          <p:nvPr/>
        </p:nvSpPr>
        <p:spPr>
          <a:xfrm>
            <a:off x="1600200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27632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29. Luck 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morocha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017520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44952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48. Juan Magan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Ayer la vi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2880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10312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28. Shakira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 Tipos Como Tú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600200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27632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44. David Bisbal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 Tu la Quieres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017520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44952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45. King 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Bomba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82880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10312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3. El Consorcio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Chacacha del Tren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600200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627632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39. Paulina Rubio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 yo sigo aquí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017520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044952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18. Amaral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Mis amigos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82880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10312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6. Georgie Dann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Barbacoa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600200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627632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41. Camela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Cuando zarpa el amor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017520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044952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17. Zapato veloz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Tractor amarillo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#013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736592" y="137160"/>
            <a:ext cx="4160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5A5A5A"/>
                </a:solidFill>
              </a:defRPr>
            </a:pPr>
            <a:r>
              <a:t>Cartón 14/150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690872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718304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27. Chocolate Latino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Mayonesa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08192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135624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16. Izal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Mujer de Verde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525512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552944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11. Baby Lores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mujer del pelotero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690872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718304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15. Pereza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Princesa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108192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135624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5. Isabel Aaiun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himno de mi peña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525512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552944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18. Amaral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Mis amigos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690872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718304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2. La Oreja de Van Gogh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Rosas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108192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135624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33. Proyecto Uno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Tiburón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525512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552944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30. José Luis Perales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Un Velero Llamado Libertad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690872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718304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12. Joaquín Sabina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 nos dieron las 10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108192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135624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17. Zapato veloz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Tractor amarillo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525512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552944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37. La fiesta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Quiero montarme en tu velero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#014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228600" y="2971800"/>
            <a:ext cx="4160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5A5A5A"/>
                </a:solidFill>
              </a:defRPr>
            </a:pPr>
            <a:r>
              <a:t>Cartón 15/150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82880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10312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32. Melendi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Caminando por la vida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600200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627632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24. El Canto del Loco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Zapatillas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017520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044952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22. Daddy Yankee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Gasolina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82880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10312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10. CNCO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Reguetón Lento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600200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627632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14. Don Omar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Danza Kuduro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017520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044952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47. Sebastian Yatra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Tacones rojos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82880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210312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5. Isabel Aaiun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himno de mi peña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600200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627632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19. Myke Towers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Esa Falda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017520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044952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9. Radio Futura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Escuela de Calor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82880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210312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40. Vicco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Nochentera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600200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627632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38. David Civera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 la detengan</a:t>
            </a:r>
          </a:p>
        </p:txBody>
      </p:sp>
      <p:sp>
        <p:nvSpPr>
          <p:cNvPr id="85" name="Rectangle 84"/>
          <p:cNvSpPr/>
          <p:nvPr/>
        </p:nvSpPr>
        <p:spPr>
          <a:xfrm>
            <a:off x="3017520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3044952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21. Gente de zona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Gozadera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#015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9" name="Rectangle 88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4736592" y="2971800"/>
            <a:ext cx="4160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5A5A5A"/>
                </a:solidFill>
              </a:defRPr>
            </a:pPr>
            <a:r>
              <a:t>Cartón 16/150</a:t>
            </a:r>
          </a:p>
        </p:txBody>
      </p:sp>
      <p:sp>
        <p:nvSpPr>
          <p:cNvPr id="91" name="Rectangle 90"/>
          <p:cNvSpPr/>
          <p:nvPr/>
        </p:nvSpPr>
        <p:spPr>
          <a:xfrm>
            <a:off x="4690872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4718304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20. La pegatina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Mari Carmen</a:t>
            </a:r>
          </a:p>
        </p:txBody>
      </p:sp>
      <p:sp>
        <p:nvSpPr>
          <p:cNvPr id="93" name="Rectangle 92"/>
          <p:cNvSpPr/>
          <p:nvPr/>
        </p:nvSpPr>
        <p:spPr>
          <a:xfrm>
            <a:off x="6108192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6135624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24. El Canto del Loco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Zapatillas</a:t>
            </a:r>
          </a:p>
        </p:txBody>
      </p:sp>
      <p:sp>
        <p:nvSpPr>
          <p:cNvPr id="95" name="Rectangle 94"/>
          <p:cNvSpPr/>
          <p:nvPr/>
        </p:nvSpPr>
        <p:spPr>
          <a:xfrm>
            <a:off x="7525512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7552944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16. Izal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Mujer de Verde</a:t>
            </a:r>
          </a:p>
        </p:txBody>
      </p:sp>
      <p:sp>
        <p:nvSpPr>
          <p:cNvPr id="97" name="Rectangle 96"/>
          <p:cNvSpPr/>
          <p:nvPr/>
        </p:nvSpPr>
        <p:spPr>
          <a:xfrm>
            <a:off x="4690872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4718304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14. Don Omar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Danza Kuduro</a:t>
            </a:r>
          </a:p>
        </p:txBody>
      </p:sp>
      <p:sp>
        <p:nvSpPr>
          <p:cNvPr id="99" name="Rectangle 98"/>
          <p:cNvSpPr/>
          <p:nvPr/>
        </p:nvSpPr>
        <p:spPr>
          <a:xfrm>
            <a:off x="6108192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6135624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37. La fiesta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Quiero montarme en tu velero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7525512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7552944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31. Lola Indigo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reina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4690872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4718304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7. Raphael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 gran noche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6108192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6135624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23. King 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Paquito el Chocolatero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7525512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7552944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8. Alaska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 quien le importa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4690872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4718304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12. Joaquín Sabina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 nos dieron las 10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108192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135624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28. Shakira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 Tipos Como Tú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7525512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7552944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46. Katy Perry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Roar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#016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4 de 38 · bingomusicalgratis.es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91440"/>
            <a:ext cx="2962656" cy="1975104"/>
          </a:xfrm>
          <a:prstGeom prst="rect">
            <a:avLst/>
          </a:prstGeom>
        </p:spPr>
      </p:pic>
      <p:pic>
        <p:nvPicPr>
          <p:cNvPr id="3" name="Picture 2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5803" y="91440"/>
            <a:ext cx="2675317" cy="76809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3C3C3C"/>
                </a:solidFill>
              </a:defRPr>
            </a:pPr>
            <a:r>
              <a:t>🎵 BINGO MUSICAL - Comisión de fiestas de Cañaveras - Medianos (12 canciones)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37160"/>
            <a:ext cx="4160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5A5A5A"/>
                </a:solidFill>
              </a:defRPr>
            </a:pPr>
            <a:r>
              <a:t>Cartón 17/150</a:t>
            </a:r>
          </a:p>
        </p:txBody>
      </p:sp>
      <p:sp>
        <p:nvSpPr>
          <p:cNvPr id="7" name="Rectangle 6"/>
          <p:cNvSpPr/>
          <p:nvPr/>
        </p:nvSpPr>
        <p:spPr>
          <a:xfrm>
            <a:off x="182880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0312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29. Luck 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morocha</a:t>
            </a:r>
          </a:p>
        </p:txBody>
      </p:sp>
      <p:sp>
        <p:nvSpPr>
          <p:cNvPr id="9" name="Rectangle 8"/>
          <p:cNvSpPr/>
          <p:nvPr/>
        </p:nvSpPr>
        <p:spPr>
          <a:xfrm>
            <a:off x="1600200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27632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13. Nino Bravo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Libre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017520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44952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33. Proyecto Uno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Tiburón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2880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10312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3. El Consorcio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Chacacha del Tren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600200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27632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25. Los refrescos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Aquí no hay playa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017520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44952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46. Katy Perry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Roar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82880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10312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49. ROSÉ &amp; Bruno Mars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APT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600200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627632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22. Daddy Yankee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Gasolina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017520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044952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6. Georgie Dann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Barbacoa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82880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10312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32. Melendi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Caminando por la vida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600200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627632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38. David Civera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 la detengan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017520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044952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19. Myke Towers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Esa Falda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#017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736592" y="137160"/>
            <a:ext cx="4160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5A5A5A"/>
                </a:solidFill>
              </a:defRPr>
            </a:pPr>
            <a:r>
              <a:t>Cartón 18/150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690872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718304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25. Los refrescos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Aquí no hay playa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08192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135624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13. Nino Bravo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Libre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525512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552944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21. Gente de zona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Gozadera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690872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718304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42. Bad Bunny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Yo perreo sola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108192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135624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20. La pegatina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Mari Carmen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525512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552944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44. David Bisbal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 Tu la Quieres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690872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718304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35. Las ketchup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Asereje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108192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135624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36. Karol 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 antes te hubiera conocido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525512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552944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33. Proyecto Uno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Tiburón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690872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718304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37. La fiesta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Quiero montarme en tu velero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108192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135624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34. Estopa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Por la Raja de tu Falda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525512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552944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9. Radio Futura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Escuela de Calor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#018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228600" y="2971800"/>
            <a:ext cx="4160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5A5A5A"/>
                </a:solidFill>
              </a:defRPr>
            </a:pPr>
            <a:r>
              <a:t>Cartón 19/150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82880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10312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14. Don Omar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Danza Kuduro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600200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627632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26. Aitana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Las Babys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017520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044952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35. Las ketchup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Asereje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82880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10312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18. Amaral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Mis amigos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600200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627632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4. Coyote Dax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No Rompas Más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017520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044952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45. King 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Bomba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82880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210312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10. CNCO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Reguetón Lento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600200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627632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28. Shakira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 Tipos Como Tú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017520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044952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34. Estopa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Por la Raja de tu Falda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82880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210312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30. José Luis Perales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Un Velero Llamado Libertad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600200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627632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29. Luck 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morocha</a:t>
            </a:r>
          </a:p>
        </p:txBody>
      </p:sp>
      <p:sp>
        <p:nvSpPr>
          <p:cNvPr id="85" name="Rectangle 84"/>
          <p:cNvSpPr/>
          <p:nvPr/>
        </p:nvSpPr>
        <p:spPr>
          <a:xfrm>
            <a:off x="3017520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3044952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31. Lola Indigo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reina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#019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9" name="Rectangle 88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4736592" y="2971800"/>
            <a:ext cx="4160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5A5A5A"/>
                </a:solidFill>
              </a:defRPr>
            </a:pPr>
            <a:r>
              <a:t>Cartón 20/150</a:t>
            </a:r>
          </a:p>
        </p:txBody>
      </p:sp>
      <p:sp>
        <p:nvSpPr>
          <p:cNvPr id="91" name="Rectangle 90"/>
          <p:cNvSpPr/>
          <p:nvPr/>
        </p:nvSpPr>
        <p:spPr>
          <a:xfrm>
            <a:off x="4690872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4718304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3. El Consorcio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Chacacha del Tren</a:t>
            </a:r>
          </a:p>
        </p:txBody>
      </p:sp>
      <p:sp>
        <p:nvSpPr>
          <p:cNvPr id="93" name="Rectangle 92"/>
          <p:cNvSpPr/>
          <p:nvPr/>
        </p:nvSpPr>
        <p:spPr>
          <a:xfrm>
            <a:off x="6108192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6135624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33. Proyecto Uno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Tiburón</a:t>
            </a:r>
          </a:p>
        </p:txBody>
      </p:sp>
      <p:sp>
        <p:nvSpPr>
          <p:cNvPr id="95" name="Rectangle 94"/>
          <p:cNvSpPr/>
          <p:nvPr/>
        </p:nvSpPr>
        <p:spPr>
          <a:xfrm>
            <a:off x="7525512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7552944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36. Karol 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 antes te hubiera conocido</a:t>
            </a:r>
          </a:p>
        </p:txBody>
      </p:sp>
      <p:sp>
        <p:nvSpPr>
          <p:cNvPr id="97" name="Rectangle 96"/>
          <p:cNvSpPr/>
          <p:nvPr/>
        </p:nvSpPr>
        <p:spPr>
          <a:xfrm>
            <a:off x="4690872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4718304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40. Vicco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Nochentera</a:t>
            </a:r>
          </a:p>
        </p:txBody>
      </p:sp>
      <p:sp>
        <p:nvSpPr>
          <p:cNvPr id="99" name="Rectangle 98"/>
          <p:cNvSpPr/>
          <p:nvPr/>
        </p:nvSpPr>
        <p:spPr>
          <a:xfrm>
            <a:off x="6108192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6135624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24. El Canto del Loco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Zapatillas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7525512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7552944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27. Chocolate Latino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Mayonesa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4690872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4718304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8. Alaska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 quien le importa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6108192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6135624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28. Shakira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 Tipos Como Tú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7525512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7552944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6. Georgie Dann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Barbacoa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4690872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4718304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49. ROSÉ &amp; Bruno Mars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APT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108192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135624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42. Bad Bunny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Yo perreo sola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7525512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7552944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1. Los Del Rio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Macarena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#020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5 de 38 · bingomusicalgratis.es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91440"/>
            <a:ext cx="2962656" cy="1975104"/>
          </a:xfrm>
          <a:prstGeom prst="rect">
            <a:avLst/>
          </a:prstGeom>
        </p:spPr>
      </p:pic>
      <p:pic>
        <p:nvPicPr>
          <p:cNvPr id="3" name="Picture 2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5803" y="91440"/>
            <a:ext cx="2675317" cy="76809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3C3C3C"/>
                </a:solidFill>
              </a:defRPr>
            </a:pPr>
            <a:r>
              <a:t>🎵 BINGO MUSICAL - Comisión de fiestas de Cañaveras - Medianos (12 canciones)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37160"/>
            <a:ext cx="4160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5A5A5A"/>
                </a:solidFill>
              </a:defRPr>
            </a:pPr>
            <a:r>
              <a:t>Cartón 21/150</a:t>
            </a:r>
          </a:p>
        </p:txBody>
      </p:sp>
      <p:sp>
        <p:nvSpPr>
          <p:cNvPr id="7" name="Rectangle 6"/>
          <p:cNvSpPr/>
          <p:nvPr/>
        </p:nvSpPr>
        <p:spPr>
          <a:xfrm>
            <a:off x="182880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0312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2. La Oreja de Van Gogh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Rosas</a:t>
            </a:r>
          </a:p>
        </p:txBody>
      </p:sp>
      <p:sp>
        <p:nvSpPr>
          <p:cNvPr id="9" name="Rectangle 8"/>
          <p:cNvSpPr/>
          <p:nvPr/>
        </p:nvSpPr>
        <p:spPr>
          <a:xfrm>
            <a:off x="1600200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27632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44. David Bisbal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 Tu la Quieres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017520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44952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10. CNCO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Reguetón Lento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2880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10312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26. Aitana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Las Babys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600200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27632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31. Lola Indigo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reina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017520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44952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27. Chocolate Latino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Mayonesa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82880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10312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36. Karol 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 antes te hubiera conocido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600200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627632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35. Las ketchup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Asereje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017520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044952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9. Radio Futura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Escuela de Calor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82880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10312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17. Zapato veloz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Tractor amarillo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600200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627632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11. Baby Lores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mujer del pelotero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017520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044952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39. Paulina Rubio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 yo sigo aquí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#021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736592" y="137160"/>
            <a:ext cx="4160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5A5A5A"/>
                </a:solidFill>
              </a:defRPr>
            </a:pPr>
            <a:r>
              <a:t>Cartón 22/150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690872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718304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4. Coyote Dax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No Rompas Más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08192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135624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16. Izal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Mujer de Verde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525512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552944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41. Camela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Cuando zarpa el amor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690872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718304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46. Katy Perry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Roar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108192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135624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48. Juan Magan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Ayer la vi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525512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552944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5. Isabel Aaiun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himno de mi peña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690872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718304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19. Myke Towers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Esa Falda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108192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135624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23. King 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Paquito el Chocolatero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525512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552944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32. Melendi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Caminando por la vida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690872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718304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12. Joaquín Sabina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 nos dieron las 10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108192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135624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42. Bad Bunny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Yo perreo sola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525512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552944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17. Zapato veloz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Tractor amarillo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#022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228600" y="2971800"/>
            <a:ext cx="4160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5A5A5A"/>
                </a:solidFill>
              </a:defRPr>
            </a:pPr>
            <a:r>
              <a:t>Cartón 23/150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82880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10312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1. Los Del Rio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Macarena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600200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627632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22. Daddy Yankee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Gasolina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017520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044952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20. La pegatina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Mari Carmen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82880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10312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43. El simbolo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Levantando las manos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600200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627632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49. ROSÉ &amp; Bruno Mars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APT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017520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044952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45. King 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Bomba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82880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210312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16. Izal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Mujer de Verde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600200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627632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30. José Luis Perales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Un Velero Llamado Libertad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017520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044952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10. CNCO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Reguetón Lento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82880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210312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34. Estopa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Por la Raja de tu Falda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600200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627632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15. Pereza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Princesa</a:t>
            </a:r>
          </a:p>
        </p:txBody>
      </p:sp>
      <p:sp>
        <p:nvSpPr>
          <p:cNvPr id="85" name="Rectangle 84"/>
          <p:cNvSpPr/>
          <p:nvPr/>
        </p:nvSpPr>
        <p:spPr>
          <a:xfrm>
            <a:off x="3017520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3044952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21. Gente de zona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Gozadera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#023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9" name="Rectangle 88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4736592" y="2971800"/>
            <a:ext cx="4160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5A5A5A"/>
                </a:solidFill>
              </a:defRPr>
            </a:pPr>
            <a:r>
              <a:t>Cartón 24/150</a:t>
            </a:r>
          </a:p>
        </p:txBody>
      </p:sp>
      <p:sp>
        <p:nvSpPr>
          <p:cNvPr id="91" name="Rectangle 90"/>
          <p:cNvSpPr/>
          <p:nvPr/>
        </p:nvSpPr>
        <p:spPr>
          <a:xfrm>
            <a:off x="4690872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4718304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8. Alaska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 quien le importa</a:t>
            </a:r>
          </a:p>
        </p:txBody>
      </p:sp>
      <p:sp>
        <p:nvSpPr>
          <p:cNvPr id="93" name="Rectangle 92"/>
          <p:cNvSpPr/>
          <p:nvPr/>
        </p:nvSpPr>
        <p:spPr>
          <a:xfrm>
            <a:off x="6108192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6135624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48. Juan Magan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Ayer la vi</a:t>
            </a:r>
          </a:p>
        </p:txBody>
      </p:sp>
      <p:sp>
        <p:nvSpPr>
          <p:cNvPr id="95" name="Rectangle 94"/>
          <p:cNvSpPr/>
          <p:nvPr/>
        </p:nvSpPr>
        <p:spPr>
          <a:xfrm>
            <a:off x="7525512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7552944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38. David Civera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 la detengan</a:t>
            </a:r>
          </a:p>
        </p:txBody>
      </p:sp>
      <p:sp>
        <p:nvSpPr>
          <p:cNvPr id="97" name="Rectangle 96"/>
          <p:cNvSpPr/>
          <p:nvPr/>
        </p:nvSpPr>
        <p:spPr>
          <a:xfrm>
            <a:off x="4690872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4718304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25. Los refrescos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Aquí no hay playa</a:t>
            </a:r>
          </a:p>
        </p:txBody>
      </p:sp>
      <p:sp>
        <p:nvSpPr>
          <p:cNvPr id="99" name="Rectangle 98"/>
          <p:cNvSpPr/>
          <p:nvPr/>
        </p:nvSpPr>
        <p:spPr>
          <a:xfrm>
            <a:off x="6108192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6135624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32. Melendi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Caminando por la vida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7525512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7552944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27. Chocolate Latino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Mayonesa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4690872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4718304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37. La fiesta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Quiero montarme en tu velero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6108192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6135624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43. El simbolo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Levantando las manos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7525512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7552944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26. Aitana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Las Babys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4690872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4718304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39. Paulina Rubio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 yo sigo aquí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108192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135624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7. Raphael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 gran noche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7525512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7552944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2. La Oreja de Van Gogh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Rosas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#024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6 de 38 · bingomusicalgratis.es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91440"/>
            <a:ext cx="2962656" cy="1975104"/>
          </a:xfrm>
          <a:prstGeom prst="rect">
            <a:avLst/>
          </a:prstGeom>
        </p:spPr>
      </p:pic>
      <p:pic>
        <p:nvPicPr>
          <p:cNvPr id="3" name="Picture 2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5803" y="91440"/>
            <a:ext cx="2675317" cy="76809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3C3C3C"/>
                </a:solidFill>
              </a:defRPr>
            </a:pPr>
            <a:r>
              <a:t>🎵 BINGO MUSICAL - Comisión de fiestas de Cañaveras - Medianos (12 canciones)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37160"/>
            <a:ext cx="4160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5A5A5A"/>
                </a:solidFill>
              </a:defRPr>
            </a:pPr>
            <a:r>
              <a:t>Cartón 25/150</a:t>
            </a:r>
          </a:p>
        </p:txBody>
      </p:sp>
      <p:sp>
        <p:nvSpPr>
          <p:cNvPr id="7" name="Rectangle 6"/>
          <p:cNvSpPr/>
          <p:nvPr/>
        </p:nvSpPr>
        <p:spPr>
          <a:xfrm>
            <a:off x="182880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0312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15. Pereza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Princesa</a:t>
            </a:r>
          </a:p>
        </p:txBody>
      </p:sp>
      <p:sp>
        <p:nvSpPr>
          <p:cNvPr id="9" name="Rectangle 8"/>
          <p:cNvSpPr/>
          <p:nvPr/>
        </p:nvSpPr>
        <p:spPr>
          <a:xfrm>
            <a:off x="1600200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27632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6. Georgie Dann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Barbacoa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017520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44952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14. Don Omar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Danza Kuduro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2880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10312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43. El simbolo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Levantando las manos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600200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27632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30. José Luis Perales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Un Velero Llamado Libertad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017520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44952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42. Bad Bunny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Yo perreo sola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82880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10312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33. Proyecto Uno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Tiburón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600200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627632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41. Camela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Cuando zarpa el amor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017520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044952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13. Nino Bravo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Libre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82880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10312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35. Las ketchup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Asereje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600200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627632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48. Juan Magan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Ayer la vi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017520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044952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11. Baby Lores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mujer del pelotero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#025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736592" y="137160"/>
            <a:ext cx="4160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5A5A5A"/>
                </a:solidFill>
              </a:defRPr>
            </a:pPr>
            <a:r>
              <a:t>Cartón 26/150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690872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718304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8. Alaska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 quien le importa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08192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135624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18. Amaral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Mis amigos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525512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552944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26. Aitana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Las Babys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690872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718304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31. Lola Indigo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reina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108192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135624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3. El Consorcio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Chacacha del Tren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525512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552944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44. David Bisbal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 Tu la Quieres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690872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718304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21. Gente de zona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Gozadera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108192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135624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45. King 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Bomba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525512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552944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47. Sebastian Yatra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Tacones rojos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690872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718304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22. Daddy Yankee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Gasolina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108192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135624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40. Vicco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Nochentera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525512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552944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17. Zapato veloz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Tractor amarillo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#026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228600" y="2971800"/>
            <a:ext cx="4160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5A5A5A"/>
                </a:solidFill>
              </a:defRPr>
            </a:pPr>
            <a:r>
              <a:t>Cartón 27/150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82880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10312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23. King 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Paquito el Chocolatero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600200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627632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5. Isabel Aaiun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himno de mi peña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017520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044952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4. Coyote Dax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No Rompas Más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82880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10312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11. Baby Lores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mujer del pelotero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600200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627632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39. Paulina Rubio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 yo sigo aquí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017520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044952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19. Myke Towers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Esa Falda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82880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210312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49. ROSÉ &amp; Bruno Mars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APT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600200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627632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36. Karol 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 antes te hubiera conocido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017520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044952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18. Amaral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Mis amigos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82880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210312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12. Joaquín Sabina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 nos dieron las 10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600200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627632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9. Radio Futura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Escuela de Calor</a:t>
            </a:r>
          </a:p>
        </p:txBody>
      </p:sp>
      <p:sp>
        <p:nvSpPr>
          <p:cNvPr id="85" name="Rectangle 84"/>
          <p:cNvSpPr/>
          <p:nvPr/>
        </p:nvSpPr>
        <p:spPr>
          <a:xfrm>
            <a:off x="3017520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3044952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38. David Civera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 la detengan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#027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9" name="Rectangle 88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4736592" y="2971800"/>
            <a:ext cx="4160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5A5A5A"/>
                </a:solidFill>
              </a:defRPr>
            </a:pPr>
            <a:r>
              <a:t>Cartón 28/150</a:t>
            </a:r>
          </a:p>
        </p:txBody>
      </p:sp>
      <p:sp>
        <p:nvSpPr>
          <p:cNvPr id="91" name="Rectangle 90"/>
          <p:cNvSpPr/>
          <p:nvPr/>
        </p:nvSpPr>
        <p:spPr>
          <a:xfrm>
            <a:off x="4690872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4718304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40. Vicco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Nochentera</a:t>
            </a:r>
          </a:p>
        </p:txBody>
      </p:sp>
      <p:sp>
        <p:nvSpPr>
          <p:cNvPr id="93" name="Rectangle 92"/>
          <p:cNvSpPr/>
          <p:nvPr/>
        </p:nvSpPr>
        <p:spPr>
          <a:xfrm>
            <a:off x="6108192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6135624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19. Myke Towers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Esa Falda</a:t>
            </a:r>
          </a:p>
        </p:txBody>
      </p:sp>
      <p:sp>
        <p:nvSpPr>
          <p:cNvPr id="95" name="Rectangle 94"/>
          <p:cNvSpPr/>
          <p:nvPr/>
        </p:nvSpPr>
        <p:spPr>
          <a:xfrm>
            <a:off x="7525512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7552944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26. Aitana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Las Babys</a:t>
            </a:r>
          </a:p>
        </p:txBody>
      </p:sp>
      <p:sp>
        <p:nvSpPr>
          <p:cNvPr id="97" name="Rectangle 96"/>
          <p:cNvSpPr/>
          <p:nvPr/>
        </p:nvSpPr>
        <p:spPr>
          <a:xfrm>
            <a:off x="4690872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4718304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1. Los Del Rio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Macarena</a:t>
            </a:r>
          </a:p>
        </p:txBody>
      </p:sp>
      <p:sp>
        <p:nvSpPr>
          <p:cNvPr id="99" name="Rectangle 98"/>
          <p:cNvSpPr/>
          <p:nvPr/>
        </p:nvSpPr>
        <p:spPr>
          <a:xfrm>
            <a:off x="6108192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6135624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24. El Canto del Loco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Zapatillas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7525512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7552944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13. Nino Bravo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Libre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4690872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4718304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37. La fiesta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Quiero montarme en tu velero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6108192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6135624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6. Georgie Dann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Barbacoa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7525512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7552944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43. El simbolo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Levantando las manos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4690872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4718304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14. Don Omar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Danza Kuduro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108192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135624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7. Raphael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 gran noche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7525512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7552944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16. Izal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Mujer de Verde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#028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7 de 38 · bingomusicalgratis.es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91440"/>
            <a:ext cx="2962656" cy="1975104"/>
          </a:xfrm>
          <a:prstGeom prst="rect">
            <a:avLst/>
          </a:prstGeom>
        </p:spPr>
      </p:pic>
      <p:pic>
        <p:nvPicPr>
          <p:cNvPr id="3" name="Picture 2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5803" y="91440"/>
            <a:ext cx="2675317" cy="76809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3C3C3C"/>
                </a:solidFill>
              </a:defRPr>
            </a:pPr>
            <a:r>
              <a:t>🎵 BINGO MUSICAL - Comisión de fiestas de Cañaveras - Medianos (12 canciones)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37160"/>
            <a:ext cx="4160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5A5A5A"/>
                </a:solidFill>
              </a:defRPr>
            </a:pPr>
            <a:r>
              <a:t>Cartón 29/150</a:t>
            </a:r>
          </a:p>
        </p:txBody>
      </p:sp>
      <p:sp>
        <p:nvSpPr>
          <p:cNvPr id="7" name="Rectangle 6"/>
          <p:cNvSpPr/>
          <p:nvPr/>
        </p:nvSpPr>
        <p:spPr>
          <a:xfrm>
            <a:off x="182880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0312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17. Zapato veloz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Tractor amarillo</a:t>
            </a:r>
          </a:p>
        </p:txBody>
      </p:sp>
      <p:sp>
        <p:nvSpPr>
          <p:cNvPr id="9" name="Rectangle 8"/>
          <p:cNvSpPr/>
          <p:nvPr/>
        </p:nvSpPr>
        <p:spPr>
          <a:xfrm>
            <a:off x="1600200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27632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37. La fiesta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Quiero montarme en tu velero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017520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44952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29. Luck 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morocha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2880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10312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11. Baby Lores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mujer del pelotero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600200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27632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33. Proyecto Uno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Tiburón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017520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44952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3. El Consorcio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Chacacha del Tren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82880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10312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15. Pereza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Princesa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600200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627632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23. King 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Paquito el Chocolatero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017520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044952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47. Sebastian Yatra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Tacones rojos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82880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10312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2. La Oreja de Van Gogh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Rosas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600200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627632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13. Nino Bravo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Libre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017520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044952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34. Estopa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Por la Raja de tu Falda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#029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736592" y="137160"/>
            <a:ext cx="4160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5A5A5A"/>
                </a:solidFill>
              </a:defRPr>
            </a:pPr>
            <a:r>
              <a:t>Cartón 30/150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690872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718304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46. Katy Perry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Roar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08192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135624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49. ROSÉ &amp; Bruno Mars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APT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525512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552944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28. Shakira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 Tipos Como Tú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690872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718304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27. Chocolate Latino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Mayonesa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108192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135624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20. La pegatina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Mari Carmen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525512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552944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11. Baby Lores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mujer del pelotero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690872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718304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48. Juan Magan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Ayer la vi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108192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135624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25. Los refrescos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Aquí no hay playa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525512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552944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36. Karol 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 antes te hubiera conocido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690872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718304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35. Las ketchup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Asereje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108192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135624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4. Coyote Dax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No Rompas Más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525512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552944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41. Camela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Cuando zarpa el amor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#030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228600" y="2971800"/>
            <a:ext cx="4160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5A5A5A"/>
                </a:solidFill>
              </a:defRPr>
            </a:pPr>
            <a:r>
              <a:t>Cartón 31/150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82880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10312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21. Gente de zona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Gozadera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600200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627632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6. Georgie Dann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Barbacoa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017520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044952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15. Pereza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Princesa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82880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10312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40. Vicco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Nochentera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600200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627632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41. Camela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Cuando zarpa el amor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017520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044952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39. Paulina Rubio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 yo sigo aquí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82880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210312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9. Radio Futura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Escuela de Calor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600200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627632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16. Izal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Mujer de Verde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017520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044952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42. Bad Bunny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Yo perreo sola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82880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210312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2. La Oreja de Van Gogh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Rosas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600200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627632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10. CNCO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Reguetón Lento</a:t>
            </a:r>
          </a:p>
        </p:txBody>
      </p:sp>
      <p:sp>
        <p:nvSpPr>
          <p:cNvPr id="85" name="Rectangle 84"/>
          <p:cNvSpPr/>
          <p:nvPr/>
        </p:nvSpPr>
        <p:spPr>
          <a:xfrm>
            <a:off x="3017520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3044952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38. David Civera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 la detengan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#031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9" name="Rectangle 88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4736592" y="2971800"/>
            <a:ext cx="4160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5A5A5A"/>
                </a:solidFill>
              </a:defRPr>
            </a:pPr>
            <a:r>
              <a:t>Cartón 32/150</a:t>
            </a:r>
          </a:p>
        </p:txBody>
      </p:sp>
      <p:sp>
        <p:nvSpPr>
          <p:cNvPr id="91" name="Rectangle 90"/>
          <p:cNvSpPr/>
          <p:nvPr/>
        </p:nvSpPr>
        <p:spPr>
          <a:xfrm>
            <a:off x="4690872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4718304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8. Alaska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 quien le importa</a:t>
            </a:r>
          </a:p>
        </p:txBody>
      </p:sp>
      <p:sp>
        <p:nvSpPr>
          <p:cNvPr id="93" name="Rectangle 92"/>
          <p:cNvSpPr/>
          <p:nvPr/>
        </p:nvSpPr>
        <p:spPr>
          <a:xfrm>
            <a:off x="6108192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6135624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12. Joaquín Sabina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 nos dieron las 10</a:t>
            </a:r>
          </a:p>
        </p:txBody>
      </p:sp>
      <p:sp>
        <p:nvSpPr>
          <p:cNvPr id="95" name="Rectangle 94"/>
          <p:cNvSpPr/>
          <p:nvPr/>
        </p:nvSpPr>
        <p:spPr>
          <a:xfrm>
            <a:off x="7525512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7552944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1. Los Del Rio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Macarena</a:t>
            </a:r>
          </a:p>
        </p:txBody>
      </p:sp>
      <p:sp>
        <p:nvSpPr>
          <p:cNvPr id="97" name="Rectangle 96"/>
          <p:cNvSpPr/>
          <p:nvPr/>
        </p:nvSpPr>
        <p:spPr>
          <a:xfrm>
            <a:off x="4690872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4718304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48. Juan Magan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Ayer la vi</a:t>
            </a:r>
          </a:p>
        </p:txBody>
      </p:sp>
      <p:sp>
        <p:nvSpPr>
          <p:cNvPr id="99" name="Rectangle 98"/>
          <p:cNvSpPr/>
          <p:nvPr/>
        </p:nvSpPr>
        <p:spPr>
          <a:xfrm>
            <a:off x="6108192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6135624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46. Katy Perry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Roar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7525512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7552944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18. Amaral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Mis amigos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4690872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4718304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44. David Bisbal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 Tu la Quieres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6108192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6135624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28. Shakira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 Tipos Como Tú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7525512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7552944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41. Camela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Cuando zarpa el amor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4690872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4718304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29. Luck 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morocha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108192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135624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22. Daddy Yankee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Gasolina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7525512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7552944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34. Estopa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Por la Raja de tu Falda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#032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8 de 38 · bingomusicalgratis.es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91440"/>
            <a:ext cx="2962656" cy="1975104"/>
          </a:xfrm>
          <a:prstGeom prst="rect">
            <a:avLst/>
          </a:prstGeom>
        </p:spPr>
      </p:pic>
      <p:pic>
        <p:nvPicPr>
          <p:cNvPr id="3" name="Picture 2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5803" y="91440"/>
            <a:ext cx="2675317" cy="76809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3C3C3C"/>
                </a:solidFill>
              </a:defRPr>
            </a:pPr>
            <a:r>
              <a:t>🎵 BINGO MUSICAL - Comisión de fiestas de Cañaveras - Medianos (12 canciones)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37160"/>
            <a:ext cx="4160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5A5A5A"/>
                </a:solidFill>
              </a:defRPr>
            </a:pPr>
            <a:r>
              <a:t>Cartón 33/150</a:t>
            </a:r>
          </a:p>
        </p:txBody>
      </p:sp>
      <p:sp>
        <p:nvSpPr>
          <p:cNvPr id="7" name="Rectangle 6"/>
          <p:cNvSpPr/>
          <p:nvPr/>
        </p:nvSpPr>
        <p:spPr>
          <a:xfrm>
            <a:off x="182880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0312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5. Isabel Aaiun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himno de mi peña</a:t>
            </a:r>
          </a:p>
        </p:txBody>
      </p:sp>
      <p:sp>
        <p:nvSpPr>
          <p:cNvPr id="9" name="Rectangle 8"/>
          <p:cNvSpPr/>
          <p:nvPr/>
        </p:nvSpPr>
        <p:spPr>
          <a:xfrm>
            <a:off x="1600200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27632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47. Sebastian Yatra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Tacones rojos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017520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44952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29. Luck 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morocha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2880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10312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37. La fiesta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Quiero montarme en tu velero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600200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27632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14. Don Omar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Danza Kuduro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017520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44952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20. La pegatina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Mari Carmen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82880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10312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24. El Canto del Loco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Zapatillas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600200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627632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21. Gente de zona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Gozadera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017520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044952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45. King 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Bomba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82880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10312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30. José Luis Perales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Un Velero Llamado Libertad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600200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627632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26. Aitana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Las Babys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017520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044952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35. Las ketchup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Asereje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#033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736592" y="137160"/>
            <a:ext cx="4160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5A5A5A"/>
                </a:solidFill>
              </a:defRPr>
            </a:pPr>
            <a:r>
              <a:t>Cartón 34/150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690872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718304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43. El simbolo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Levantando las manos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08192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135624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2. La Oreja de Van Gogh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Rosas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525512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552944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8. Alaska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 quien le importa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690872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718304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19. Myke Towers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Esa Falda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108192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135624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23. King 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Paquito el Chocolatero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525512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552944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3. El Consorcio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Chacacha del Tren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690872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718304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31. Lola Indigo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reina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108192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135624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27. Chocolate Latino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Mayonesa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525512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552944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7. Raphael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 gran noche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690872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718304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32. Melendi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Caminando por la vida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108192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135624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24. El Canto del Loco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Zapatillas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525512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552944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40. Vicco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Nochentera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#034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228600" y="2971800"/>
            <a:ext cx="4160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5A5A5A"/>
                </a:solidFill>
              </a:defRPr>
            </a:pPr>
            <a:r>
              <a:t>Cartón 35/150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82880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10312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31. Lola Indigo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reina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600200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627632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25. Los refrescos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Aquí no hay playa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017520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044952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14. Don Omar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Danza Kuduro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82880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10312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3. El Consorcio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Chacacha del Tren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600200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627632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7. Raphael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 gran noche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017520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044952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38. David Civera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 la detengan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82880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210312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28. Shakira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 Tipos Como Tú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600200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627632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16. Izal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Mujer de Verde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017520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044952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12. Joaquín Sabina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 nos dieron las 10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82880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210312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47. Sebastian Yatra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Tacones rojos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600200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627632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13. Nino Bravo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Libre</a:t>
            </a:r>
          </a:p>
        </p:txBody>
      </p:sp>
      <p:sp>
        <p:nvSpPr>
          <p:cNvPr id="85" name="Rectangle 84"/>
          <p:cNvSpPr/>
          <p:nvPr/>
        </p:nvSpPr>
        <p:spPr>
          <a:xfrm>
            <a:off x="3017520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3044952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17. Zapato veloz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Tractor amarillo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#035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9" name="Rectangle 88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4736592" y="2971800"/>
            <a:ext cx="4160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5A5A5A"/>
                </a:solidFill>
              </a:defRPr>
            </a:pPr>
            <a:r>
              <a:t>Cartón 36/150</a:t>
            </a:r>
          </a:p>
        </p:txBody>
      </p:sp>
      <p:sp>
        <p:nvSpPr>
          <p:cNvPr id="91" name="Rectangle 90"/>
          <p:cNvSpPr/>
          <p:nvPr/>
        </p:nvSpPr>
        <p:spPr>
          <a:xfrm>
            <a:off x="4690872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4718304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6. Georgie Dann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Barbacoa</a:t>
            </a:r>
          </a:p>
        </p:txBody>
      </p:sp>
      <p:sp>
        <p:nvSpPr>
          <p:cNvPr id="93" name="Rectangle 92"/>
          <p:cNvSpPr/>
          <p:nvPr/>
        </p:nvSpPr>
        <p:spPr>
          <a:xfrm>
            <a:off x="6108192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6135624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39. Paulina Rubio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 yo sigo aquí</a:t>
            </a:r>
          </a:p>
        </p:txBody>
      </p:sp>
      <p:sp>
        <p:nvSpPr>
          <p:cNvPr id="95" name="Rectangle 94"/>
          <p:cNvSpPr/>
          <p:nvPr/>
        </p:nvSpPr>
        <p:spPr>
          <a:xfrm>
            <a:off x="7525512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7552944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9. Radio Futura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Escuela de Calor</a:t>
            </a:r>
          </a:p>
        </p:txBody>
      </p:sp>
      <p:sp>
        <p:nvSpPr>
          <p:cNvPr id="97" name="Rectangle 96"/>
          <p:cNvSpPr/>
          <p:nvPr/>
        </p:nvSpPr>
        <p:spPr>
          <a:xfrm>
            <a:off x="4690872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4718304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45. King 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Bomba</a:t>
            </a:r>
          </a:p>
        </p:txBody>
      </p:sp>
      <p:sp>
        <p:nvSpPr>
          <p:cNvPr id="99" name="Rectangle 98"/>
          <p:cNvSpPr/>
          <p:nvPr/>
        </p:nvSpPr>
        <p:spPr>
          <a:xfrm>
            <a:off x="6108192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6135624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36. Karol 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 antes te hubiera conocido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7525512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7552944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13. Nino Bravo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Libre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4690872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4718304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20. La pegatina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Mari Carmen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6108192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6135624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22. Daddy Yankee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Gasolina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7525512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7552944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34. Estopa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Por la Raja de tu Falda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4690872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4718304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4. Coyote Dax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No Rompas Más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108192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135624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16. Izal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Mujer de Verde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7525512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7552944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10. CNCO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Reguetón Lento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#036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9 de 38 · bingomusicalgratis.es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91440"/>
            <a:ext cx="2962656" cy="1975104"/>
          </a:xfrm>
          <a:prstGeom prst="rect">
            <a:avLst/>
          </a:prstGeom>
        </p:spPr>
      </p:pic>
      <p:pic>
        <p:nvPicPr>
          <p:cNvPr id="3" name="Picture 2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5803" y="91440"/>
            <a:ext cx="2675317" cy="76809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3C3C3C"/>
                </a:solidFill>
              </a:defRPr>
            </a:pPr>
            <a:r>
              <a:t>🎵 BINGO MUSICAL - Comisión de fiestas de Cañaveras - Medianos (12 canciones)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37160"/>
            <a:ext cx="4160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5A5A5A"/>
                </a:solidFill>
              </a:defRPr>
            </a:pPr>
            <a:r>
              <a:t>Cartón 37/150</a:t>
            </a:r>
          </a:p>
        </p:txBody>
      </p:sp>
      <p:sp>
        <p:nvSpPr>
          <p:cNvPr id="7" name="Rectangle 6"/>
          <p:cNvSpPr/>
          <p:nvPr/>
        </p:nvSpPr>
        <p:spPr>
          <a:xfrm>
            <a:off x="182880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0312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1. Los Del Rio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Macarena</a:t>
            </a:r>
          </a:p>
        </p:txBody>
      </p:sp>
      <p:sp>
        <p:nvSpPr>
          <p:cNvPr id="9" name="Rectangle 8"/>
          <p:cNvSpPr/>
          <p:nvPr/>
        </p:nvSpPr>
        <p:spPr>
          <a:xfrm>
            <a:off x="1600200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27632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47. Sebastian Yatra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Tacones rojos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017520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44952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9. Radio Futura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Escuela de Calor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2880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10312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44. David Bisbal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 Tu la Quieres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600200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27632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42. Bad Bunny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Yo perreo sola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017520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44952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49. ROSÉ &amp; Bruno Mars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APT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82880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10312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36. Karol 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 antes te hubiera conocido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600200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627632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15. Pereza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Princesa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017520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044952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46. Katy Perry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Roar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82880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10312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28. Shakira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 Tipos Como Tú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600200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627632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2. La Oreja de Van Gogh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Rosas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017520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044952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26. Aitana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Las Babys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#037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736592" y="137160"/>
            <a:ext cx="4160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5A5A5A"/>
                </a:solidFill>
              </a:defRPr>
            </a:pPr>
            <a:r>
              <a:t>Cartón 38/150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690872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718304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5. Isabel Aaiun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himno de mi peña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08192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135624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25. Los refrescos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Aquí no hay playa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525512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552944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43. El simbolo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Levantando las manos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690872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718304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4. Coyote Dax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No Rompas Más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108192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135624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7. Raphael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 gran noche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525512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552944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18. Amaral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Mis amigos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690872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718304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24. El Canto del Loco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Zapatillas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108192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135624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17. Zapato veloz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Tractor amarillo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525512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552944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32. Melendi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Caminando por la vida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690872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718304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41. Camela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Cuando zarpa el amor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108192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135624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33. Proyecto Uno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Tiburón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525512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552944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19. Myke Towers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Esa Falda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#038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228600" y="2971800"/>
            <a:ext cx="4160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5A5A5A"/>
                </a:solidFill>
              </a:defRPr>
            </a:pPr>
            <a:r>
              <a:t>Cartón 39/150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82880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10312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49. ROSÉ &amp; Bruno Mars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APT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600200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627632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30. José Luis Perales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Un Velero Llamado Libertad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017520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044952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27. Chocolate Latino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Mayonesa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82880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10312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20. La pegatina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Mari Carmen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600200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627632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33. Proyecto Uno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Tiburón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017520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044952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35. Las ketchup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Asereje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82880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210312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8. Alaska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 quien le importa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600200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627632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45. King 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Bomba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017520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044952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6. Georgie Dann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Barbacoa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82880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210312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10. CNCO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Reguetón Lento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600200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627632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1. Los Del Rio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Macarena</a:t>
            </a:r>
          </a:p>
        </p:txBody>
      </p:sp>
      <p:sp>
        <p:nvSpPr>
          <p:cNvPr id="85" name="Rectangle 84"/>
          <p:cNvSpPr/>
          <p:nvPr/>
        </p:nvSpPr>
        <p:spPr>
          <a:xfrm>
            <a:off x="3017520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3044952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11. Baby Lores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mujer del pelotero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#039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9" name="Rectangle 88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4736592" y="2971800"/>
            <a:ext cx="4160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5A5A5A"/>
                </a:solidFill>
              </a:defRPr>
            </a:pPr>
            <a:r>
              <a:t>Cartón 40/150</a:t>
            </a:r>
          </a:p>
        </p:txBody>
      </p:sp>
      <p:sp>
        <p:nvSpPr>
          <p:cNvPr id="91" name="Rectangle 90"/>
          <p:cNvSpPr/>
          <p:nvPr/>
        </p:nvSpPr>
        <p:spPr>
          <a:xfrm>
            <a:off x="4690872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4718304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14. Don Omar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Danza Kuduro</a:t>
            </a:r>
          </a:p>
        </p:txBody>
      </p:sp>
      <p:sp>
        <p:nvSpPr>
          <p:cNvPr id="93" name="Rectangle 92"/>
          <p:cNvSpPr/>
          <p:nvPr/>
        </p:nvSpPr>
        <p:spPr>
          <a:xfrm>
            <a:off x="6108192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6135624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48. Juan Magan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Ayer la vi</a:t>
            </a:r>
          </a:p>
        </p:txBody>
      </p:sp>
      <p:sp>
        <p:nvSpPr>
          <p:cNvPr id="95" name="Rectangle 94"/>
          <p:cNvSpPr/>
          <p:nvPr/>
        </p:nvSpPr>
        <p:spPr>
          <a:xfrm>
            <a:off x="7525512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7552944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41. Camela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Cuando zarpa el amor</a:t>
            </a:r>
          </a:p>
        </p:txBody>
      </p:sp>
      <p:sp>
        <p:nvSpPr>
          <p:cNvPr id="97" name="Rectangle 96"/>
          <p:cNvSpPr/>
          <p:nvPr/>
        </p:nvSpPr>
        <p:spPr>
          <a:xfrm>
            <a:off x="4690872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4718304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15. Pereza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Princesa</a:t>
            </a:r>
          </a:p>
        </p:txBody>
      </p:sp>
      <p:sp>
        <p:nvSpPr>
          <p:cNvPr id="99" name="Rectangle 98"/>
          <p:cNvSpPr/>
          <p:nvPr/>
        </p:nvSpPr>
        <p:spPr>
          <a:xfrm>
            <a:off x="6108192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6135624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12. Joaquín Sabina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 nos dieron las 10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7525512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7552944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46. Katy Perry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Roar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4690872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4718304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44. David Bisbal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 Tu la Quieres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6108192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6135624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21. Gente de zona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Gozadera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7525512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7552944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37. La fiesta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Quiero montarme en tu velero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4690872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4718304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16. Izal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Mujer de Verde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108192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135624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31. Lola Indigo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reina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7525512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7552944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30. José Luis Perales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Un Velero Llamado Libertad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#040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10 de 38 · bingomusicalgratis.es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91440"/>
            <a:ext cx="2962656" cy="1975104"/>
          </a:xfrm>
          <a:prstGeom prst="rect">
            <a:avLst/>
          </a:prstGeom>
        </p:spPr>
      </p:pic>
      <p:pic>
        <p:nvPicPr>
          <p:cNvPr id="3" name="Picture 2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5803" y="91440"/>
            <a:ext cx="2675317" cy="76809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3C3C3C"/>
                </a:solidFill>
              </a:defRPr>
            </a:pPr>
            <a:r>
              <a:t>🎵 BINGO MUSICAL - Comisión de fiestas de Cañaveras - Medianos (12 canciones)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37160"/>
            <a:ext cx="4160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5A5A5A"/>
                </a:solidFill>
              </a:defRPr>
            </a:pPr>
            <a:r>
              <a:t>Cartón 41/150</a:t>
            </a:r>
          </a:p>
        </p:txBody>
      </p:sp>
      <p:sp>
        <p:nvSpPr>
          <p:cNvPr id="7" name="Rectangle 6"/>
          <p:cNvSpPr/>
          <p:nvPr/>
        </p:nvSpPr>
        <p:spPr>
          <a:xfrm>
            <a:off x="182880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0312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29. Luck 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morocha</a:t>
            </a:r>
          </a:p>
        </p:txBody>
      </p:sp>
      <p:sp>
        <p:nvSpPr>
          <p:cNvPr id="9" name="Rectangle 8"/>
          <p:cNvSpPr/>
          <p:nvPr/>
        </p:nvSpPr>
        <p:spPr>
          <a:xfrm>
            <a:off x="1600200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27632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23. King 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Paquito el Chocolatero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017520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44952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43. El simbolo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Levantando las manos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2880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10312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40. Vicco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Nochentera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600200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27632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26. Aitana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Las Babys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017520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44952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28. Shakira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 Tipos Como Tú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82880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10312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3. El Consorcio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Chacacha del Tren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600200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627632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35. Las ketchup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Asereje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017520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044952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44. David Bisbal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 Tu la Quieres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82880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10312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5. Isabel Aaiun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himno de mi peña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600200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627632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21. Gente de zona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Gozadera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017520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044952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42. Bad Bunny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Yo perreo sola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#041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736592" y="137160"/>
            <a:ext cx="4160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5A5A5A"/>
                </a:solidFill>
              </a:defRPr>
            </a:pPr>
            <a:r>
              <a:t>Cartón 42/150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690872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718304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3. El Consorcio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Chacacha del Tren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08192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135624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23. King 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Paquito el Chocolatero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525512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552944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36. Karol 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 antes te hubiera conocido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690872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718304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42. Bad Bunny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Yo perreo sola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108192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135624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18. Amaral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Mis amigos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525512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552944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9. Radio Futura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Escuela de Calor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690872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718304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32. Melendi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Caminando por la vida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108192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135624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5. Isabel Aaiun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himno de mi peña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525512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552944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14. Don Omar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Danza Kuduro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690872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718304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25. Los refrescos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Aquí no hay playa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108192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135624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38. David Civera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 la detengan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525512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552944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22. Daddy Yankee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Gasolina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#042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228600" y="2971800"/>
            <a:ext cx="4160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5A5A5A"/>
                </a:solidFill>
              </a:defRPr>
            </a:pPr>
            <a:r>
              <a:t>Cartón 43/150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82880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10312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4. Coyote Dax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No Rompas Más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600200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627632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49. ROSÉ &amp; Bruno Mars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APT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017520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044952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27. Chocolate Latino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Mayonesa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82880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10312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32. Melendi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Caminando por la vida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600200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627632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17. Zapato veloz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Tractor amarillo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017520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044952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33. Proyecto Uno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Tiburón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82880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210312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38. David Civera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 la detengan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600200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627632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34. Estopa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Por la Raja de tu Falda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017520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044952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39. Paulina Rubio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 yo sigo aquí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82880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210312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10. CNCO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Reguetón Lento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600200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627632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31. Lola Indigo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reina</a:t>
            </a:r>
          </a:p>
        </p:txBody>
      </p:sp>
      <p:sp>
        <p:nvSpPr>
          <p:cNvPr id="85" name="Rectangle 84"/>
          <p:cNvSpPr/>
          <p:nvPr/>
        </p:nvSpPr>
        <p:spPr>
          <a:xfrm>
            <a:off x="3017520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3044952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16. Izal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Mujer de Verde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#043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9" name="Rectangle 88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4736592" y="2971800"/>
            <a:ext cx="4160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5A5A5A"/>
                </a:solidFill>
              </a:defRPr>
            </a:pPr>
            <a:r>
              <a:t>Cartón 44/150</a:t>
            </a:r>
          </a:p>
        </p:txBody>
      </p:sp>
      <p:sp>
        <p:nvSpPr>
          <p:cNvPr id="91" name="Rectangle 90"/>
          <p:cNvSpPr/>
          <p:nvPr/>
        </p:nvSpPr>
        <p:spPr>
          <a:xfrm>
            <a:off x="4690872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4718304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34. Estopa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Por la Raja de tu Falda</a:t>
            </a:r>
          </a:p>
        </p:txBody>
      </p:sp>
      <p:sp>
        <p:nvSpPr>
          <p:cNvPr id="93" name="Rectangle 92"/>
          <p:cNvSpPr/>
          <p:nvPr/>
        </p:nvSpPr>
        <p:spPr>
          <a:xfrm>
            <a:off x="6108192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6135624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13. Nino Bravo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Libre</a:t>
            </a:r>
          </a:p>
        </p:txBody>
      </p:sp>
      <p:sp>
        <p:nvSpPr>
          <p:cNvPr id="95" name="Rectangle 94"/>
          <p:cNvSpPr/>
          <p:nvPr/>
        </p:nvSpPr>
        <p:spPr>
          <a:xfrm>
            <a:off x="7525512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7552944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9. Radio Futura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Escuela de Calor</a:t>
            </a:r>
          </a:p>
        </p:txBody>
      </p:sp>
      <p:sp>
        <p:nvSpPr>
          <p:cNvPr id="97" name="Rectangle 96"/>
          <p:cNvSpPr/>
          <p:nvPr/>
        </p:nvSpPr>
        <p:spPr>
          <a:xfrm>
            <a:off x="4690872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4718304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2. La Oreja de Van Gogh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Rosas</a:t>
            </a:r>
          </a:p>
        </p:txBody>
      </p:sp>
      <p:sp>
        <p:nvSpPr>
          <p:cNvPr id="99" name="Rectangle 98"/>
          <p:cNvSpPr/>
          <p:nvPr/>
        </p:nvSpPr>
        <p:spPr>
          <a:xfrm>
            <a:off x="6108192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6135624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8. Alaska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 quien le importa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7525512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7552944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18. Amaral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Mis amigos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4690872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4718304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19. Myke Towers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Esa Falda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6108192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6135624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43. El simbolo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Levantando las manos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7525512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7552944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48. Juan Magan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Ayer la vi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4690872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4718304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46. Katy Perry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Roar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108192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135624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39. Paulina Rubio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 yo sigo aquí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7525512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7552944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15. Pereza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Princesa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#044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11 de 38 · bingomusicalgratis.es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91440"/>
            <a:ext cx="2962656" cy="1975104"/>
          </a:xfrm>
          <a:prstGeom prst="rect">
            <a:avLst/>
          </a:prstGeom>
        </p:spPr>
      </p:pic>
      <p:pic>
        <p:nvPicPr>
          <p:cNvPr id="3" name="Picture 2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5803" y="91440"/>
            <a:ext cx="2675317" cy="76809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3C3C3C"/>
                </a:solidFill>
              </a:defRPr>
            </a:pPr>
            <a:r>
              <a:t>🎵 BINGO MUSICAL - Comisión de fiestas de Cañaveras - Medianos (12 canciones)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37160"/>
            <a:ext cx="4160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5A5A5A"/>
                </a:solidFill>
              </a:defRPr>
            </a:pPr>
            <a:r>
              <a:t>Cartón 45/150</a:t>
            </a:r>
          </a:p>
        </p:txBody>
      </p:sp>
      <p:sp>
        <p:nvSpPr>
          <p:cNvPr id="7" name="Rectangle 6"/>
          <p:cNvSpPr/>
          <p:nvPr/>
        </p:nvSpPr>
        <p:spPr>
          <a:xfrm>
            <a:off x="182880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0312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45. King 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Bomba</a:t>
            </a:r>
          </a:p>
        </p:txBody>
      </p:sp>
      <p:sp>
        <p:nvSpPr>
          <p:cNvPr id="9" name="Rectangle 8"/>
          <p:cNvSpPr/>
          <p:nvPr/>
        </p:nvSpPr>
        <p:spPr>
          <a:xfrm>
            <a:off x="1600200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27632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2. La Oreja de Van Gogh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Rosas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017520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44952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37. La fiesta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Quiero montarme en tu velero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2880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10312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17. Zapato veloz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Tractor amarillo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600200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27632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12. Joaquín Sabina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 nos dieron las 10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017520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44952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44. David Bisbal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 Tu la Quieres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82880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10312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30. José Luis Perales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Un Velero Llamado Libertad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600200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627632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24. El Canto del Loco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Zapatillas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017520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044952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32. Melendi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Caminando por la vida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82880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10312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6. Georgie Dann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Barbacoa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600200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627632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21. Gente de zona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Gozadera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017520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044952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20. La pegatina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Mari Carmen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#045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736592" y="137160"/>
            <a:ext cx="4160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5A5A5A"/>
                </a:solidFill>
              </a:defRPr>
            </a:pPr>
            <a:r>
              <a:t>Cartón 46/150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690872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718304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35. Las ketchup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Asereje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08192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135624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11. Baby Lores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mujer del pelotero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525512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552944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22. Daddy Yankee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Gasolina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690872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718304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7. Raphael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 gran noche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108192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135624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15. Pereza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Princesa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525512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552944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38. David Civera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 la detengan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690872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718304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47. Sebastian Yatra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Tacones rojos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108192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135624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28. Shakira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 Tipos Como Tú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525512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552944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5. Isabel Aaiun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himno de mi peña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690872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718304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6. Georgie Dann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Barbacoa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108192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135624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14. Don Omar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Danza Kuduro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525512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552944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19. Myke Towers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Esa Falda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#046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228600" y="2971800"/>
            <a:ext cx="4160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5A5A5A"/>
                </a:solidFill>
              </a:defRPr>
            </a:pPr>
            <a:r>
              <a:t>Cartón 47/150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82880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10312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45. King 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Bomba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600200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627632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23. King 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Paquito el Chocolatero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017520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044952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27. Chocolate Latino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Mayonesa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82880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10312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48. Juan Magan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Ayer la vi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600200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627632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43. El simbolo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Levantando las manos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017520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044952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34. Estopa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Por la Raja de tu Falda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82880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210312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29. Luck 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morocha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600200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627632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24. El Canto del Loco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Zapatillas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017520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044952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1. Los Del Rio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Macarena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82880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210312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10. CNCO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Reguetón Lento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600200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627632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31. Lola Indigo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reina</a:t>
            </a:r>
          </a:p>
        </p:txBody>
      </p:sp>
      <p:sp>
        <p:nvSpPr>
          <p:cNvPr id="85" name="Rectangle 84"/>
          <p:cNvSpPr/>
          <p:nvPr/>
        </p:nvSpPr>
        <p:spPr>
          <a:xfrm>
            <a:off x="3017520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3044952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26. Aitana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Las Babys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#047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9" name="Rectangle 88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4736592" y="2971800"/>
            <a:ext cx="4160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5A5A5A"/>
                </a:solidFill>
              </a:defRPr>
            </a:pPr>
            <a:r>
              <a:t>Cartón 48/150</a:t>
            </a:r>
          </a:p>
        </p:txBody>
      </p:sp>
      <p:sp>
        <p:nvSpPr>
          <p:cNvPr id="91" name="Rectangle 90"/>
          <p:cNvSpPr/>
          <p:nvPr/>
        </p:nvSpPr>
        <p:spPr>
          <a:xfrm>
            <a:off x="4690872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4718304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46. Katy Perry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Roar</a:t>
            </a:r>
          </a:p>
        </p:txBody>
      </p:sp>
      <p:sp>
        <p:nvSpPr>
          <p:cNvPr id="93" name="Rectangle 92"/>
          <p:cNvSpPr/>
          <p:nvPr/>
        </p:nvSpPr>
        <p:spPr>
          <a:xfrm>
            <a:off x="6108192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6135624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29. Luck 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morocha</a:t>
            </a:r>
          </a:p>
        </p:txBody>
      </p:sp>
      <p:sp>
        <p:nvSpPr>
          <p:cNvPr id="95" name="Rectangle 94"/>
          <p:cNvSpPr/>
          <p:nvPr/>
        </p:nvSpPr>
        <p:spPr>
          <a:xfrm>
            <a:off x="7525512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7552944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11. Baby Lores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mujer del pelotero</a:t>
            </a:r>
          </a:p>
        </p:txBody>
      </p:sp>
      <p:sp>
        <p:nvSpPr>
          <p:cNvPr id="97" name="Rectangle 96"/>
          <p:cNvSpPr/>
          <p:nvPr/>
        </p:nvSpPr>
        <p:spPr>
          <a:xfrm>
            <a:off x="4690872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4718304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4. Coyote Dax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No Rompas Más</a:t>
            </a:r>
          </a:p>
        </p:txBody>
      </p:sp>
      <p:sp>
        <p:nvSpPr>
          <p:cNvPr id="99" name="Rectangle 98"/>
          <p:cNvSpPr/>
          <p:nvPr/>
        </p:nvSpPr>
        <p:spPr>
          <a:xfrm>
            <a:off x="6108192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6135624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49. ROSÉ &amp; Bruno Mars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APT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7525512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7552944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47. Sebastian Yatra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Tacones rojos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4690872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4718304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41. Camela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Cuando zarpa el amor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6108192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6135624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22. Daddy Yankee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Gasolina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7525512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7552944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32. Melendi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Caminando por la vida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4690872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4718304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3. El Consorcio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Chacacha del Tren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108192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135624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33. Proyecto Uno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Tiburón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7525512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7552944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21. Gente de zona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Gozadera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#048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12 de 38 · bingomusicalgratis.es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91440"/>
            <a:ext cx="2962656" cy="1975104"/>
          </a:xfrm>
          <a:prstGeom prst="rect">
            <a:avLst/>
          </a:prstGeom>
        </p:spPr>
      </p:pic>
      <p:pic>
        <p:nvPicPr>
          <p:cNvPr id="3" name="Picture 2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5803" y="91440"/>
            <a:ext cx="2675317" cy="76809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3C3C3C"/>
                </a:solidFill>
              </a:defRPr>
            </a:pPr>
            <a:r>
              <a:t>🎵 BINGO MUSICAL - Comisión de fiestas de Cañaveras - Medianos (12 canciones)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37160"/>
            <a:ext cx="4160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5A5A5A"/>
                </a:solidFill>
              </a:defRPr>
            </a:pPr>
            <a:r>
              <a:t>Cartón 49/150</a:t>
            </a:r>
          </a:p>
        </p:txBody>
      </p:sp>
      <p:sp>
        <p:nvSpPr>
          <p:cNvPr id="7" name="Rectangle 6"/>
          <p:cNvSpPr/>
          <p:nvPr/>
        </p:nvSpPr>
        <p:spPr>
          <a:xfrm>
            <a:off x="182880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0312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20. La pegatina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Mari Carmen</a:t>
            </a:r>
          </a:p>
        </p:txBody>
      </p:sp>
      <p:sp>
        <p:nvSpPr>
          <p:cNvPr id="9" name="Rectangle 8"/>
          <p:cNvSpPr/>
          <p:nvPr/>
        </p:nvSpPr>
        <p:spPr>
          <a:xfrm>
            <a:off x="1600200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27632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30. José Luis Perales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Un Velero Llamado Libertad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017520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44952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5. Isabel Aaiun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himno de mi peña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2880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10312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39. Paulina Rubio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 yo sigo aquí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600200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27632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45. King 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Bomba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017520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44952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14. Don Omar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Danza Kuduro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82880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10312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18. Amaral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Mis amigos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600200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627632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40. Vicco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Nochentera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017520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044952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1. Los Del Rio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Macarena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82880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10312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7. Raphael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 gran noche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600200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627632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25. Los refrescos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Aquí no hay playa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017520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044952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44. David Bisbal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 Tu la Quieres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#049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736592" y="137160"/>
            <a:ext cx="4160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5A5A5A"/>
                </a:solidFill>
              </a:defRPr>
            </a:pPr>
            <a:r>
              <a:t>Cartón 50/150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690872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718304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39. Paulina Rubio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 yo sigo aquí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08192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135624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28. Shakira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 Tipos Como Tú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525512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552944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9. Radio Futura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Escuela de Calor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690872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718304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13. Nino Bravo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Libre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108192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135624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26. Aitana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Las Babys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525512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552944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37. La fiesta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Quiero montarme en tu velero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690872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718304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23. King 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Paquito el Chocolatero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108192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135624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36. Karol 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 antes te hubiera conocido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525512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552944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8. Alaska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 quien le importa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690872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718304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43. El simbolo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Levantando las manos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108192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135624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25. Los refrescos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Aquí no hay playa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525512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552944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12. Joaquín Sabina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 nos dieron las 10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#050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228600" y="2971800"/>
            <a:ext cx="4160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5A5A5A"/>
                </a:solidFill>
              </a:defRPr>
            </a:pPr>
            <a:r>
              <a:t>Cartón 51/150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82880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10312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49. ROSÉ &amp; Bruno Mars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APT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600200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627632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37. La fiesta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Quiero montarme en tu velero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017520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044952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35. Las ketchup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Asereje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82880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10312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24. El Canto del Loco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Zapatillas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600200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627632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40. Vicco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Nochentera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017520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044952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15. Pereza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Princesa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82880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210312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11. Baby Lores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mujer del pelotero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600200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627632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48. Juan Magan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Ayer la vi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017520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044952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13. Nino Bravo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Libre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82880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210312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29. Luck 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morocha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600200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627632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27. Chocolate Latino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Mayonesa</a:t>
            </a:r>
          </a:p>
        </p:txBody>
      </p:sp>
      <p:sp>
        <p:nvSpPr>
          <p:cNvPr id="85" name="Rectangle 84"/>
          <p:cNvSpPr/>
          <p:nvPr/>
        </p:nvSpPr>
        <p:spPr>
          <a:xfrm>
            <a:off x="3017520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3044952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12. Joaquín Sabina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 nos dieron las 10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#051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9" name="Rectangle 88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4736592" y="2971800"/>
            <a:ext cx="4160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5A5A5A"/>
                </a:solidFill>
              </a:defRPr>
            </a:pPr>
            <a:r>
              <a:t>Cartón 52/150</a:t>
            </a:r>
          </a:p>
        </p:txBody>
      </p:sp>
      <p:sp>
        <p:nvSpPr>
          <p:cNvPr id="91" name="Rectangle 90"/>
          <p:cNvSpPr/>
          <p:nvPr/>
        </p:nvSpPr>
        <p:spPr>
          <a:xfrm>
            <a:off x="4690872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4718304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6. Georgie Dann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Barbacoa</a:t>
            </a:r>
          </a:p>
        </p:txBody>
      </p:sp>
      <p:sp>
        <p:nvSpPr>
          <p:cNvPr id="93" name="Rectangle 92"/>
          <p:cNvSpPr/>
          <p:nvPr/>
        </p:nvSpPr>
        <p:spPr>
          <a:xfrm>
            <a:off x="6108192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6135624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23. King 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Paquito el Chocolatero</a:t>
            </a:r>
          </a:p>
        </p:txBody>
      </p:sp>
      <p:sp>
        <p:nvSpPr>
          <p:cNvPr id="95" name="Rectangle 94"/>
          <p:cNvSpPr/>
          <p:nvPr/>
        </p:nvSpPr>
        <p:spPr>
          <a:xfrm>
            <a:off x="7525512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7552944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34. Estopa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Por la Raja de tu Falda</a:t>
            </a:r>
          </a:p>
        </p:txBody>
      </p:sp>
      <p:sp>
        <p:nvSpPr>
          <p:cNvPr id="97" name="Rectangle 96"/>
          <p:cNvSpPr/>
          <p:nvPr/>
        </p:nvSpPr>
        <p:spPr>
          <a:xfrm>
            <a:off x="4690872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4718304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7. Raphael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 gran noche</a:t>
            </a:r>
          </a:p>
        </p:txBody>
      </p:sp>
      <p:sp>
        <p:nvSpPr>
          <p:cNvPr id="99" name="Rectangle 98"/>
          <p:cNvSpPr/>
          <p:nvPr/>
        </p:nvSpPr>
        <p:spPr>
          <a:xfrm>
            <a:off x="6108192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6135624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1. Los Del Rio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Macarena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7525512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7552944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20. La pegatina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Mari Carmen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4690872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4718304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30. José Luis Perales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Un Velero Llamado Libertad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6108192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6135624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40. Vicco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Nochentera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7525512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7552944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47. Sebastian Yatra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Tacones rojos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4690872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4718304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10. CNCO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Reguetón Lento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108192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135624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2. La Oreja de Van Gogh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Rosas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7525512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7552944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42. Bad Bunny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Yo perreo sola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#052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13 de 38 · bingomusicalgratis.es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91440"/>
            <a:ext cx="2962656" cy="1975104"/>
          </a:xfrm>
          <a:prstGeom prst="rect">
            <a:avLst/>
          </a:prstGeom>
        </p:spPr>
      </p:pic>
      <p:pic>
        <p:nvPicPr>
          <p:cNvPr id="3" name="Picture 2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5803" y="91440"/>
            <a:ext cx="2675317" cy="76809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3C3C3C"/>
                </a:solidFill>
              </a:defRPr>
            </a:pPr>
            <a:r>
              <a:t>🎵 BINGO MUSICAL - Comisión de fiestas de Cañaveras - Medianos (12 canciones)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37160"/>
            <a:ext cx="4160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5A5A5A"/>
                </a:solidFill>
              </a:defRPr>
            </a:pPr>
            <a:r>
              <a:t>Cartón 53/150</a:t>
            </a:r>
          </a:p>
        </p:txBody>
      </p:sp>
      <p:sp>
        <p:nvSpPr>
          <p:cNvPr id="7" name="Rectangle 6"/>
          <p:cNvSpPr/>
          <p:nvPr/>
        </p:nvSpPr>
        <p:spPr>
          <a:xfrm>
            <a:off x="182880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0312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7. Raphael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 gran noche</a:t>
            </a:r>
          </a:p>
        </p:txBody>
      </p:sp>
      <p:sp>
        <p:nvSpPr>
          <p:cNvPr id="9" name="Rectangle 8"/>
          <p:cNvSpPr/>
          <p:nvPr/>
        </p:nvSpPr>
        <p:spPr>
          <a:xfrm>
            <a:off x="1600200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27632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38. David Civera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 la detengan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017520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44952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36. Karol 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 antes te hubiera conocido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2880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10312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26. Aitana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Las Babys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600200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27632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46. Katy Perry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Roar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017520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44952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24. El Canto del Loco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Zapatillas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82880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10312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16. Izal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Mujer de Verde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600200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627632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3. El Consorcio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Chacacha del Tren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017520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044952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27. Chocolate Latino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Mayonesa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82880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10312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33. Proyecto Uno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Tiburón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600200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627632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22. Daddy Yankee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Gasolina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017520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044952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18. Amaral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Mis amigos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#053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736592" y="137160"/>
            <a:ext cx="4160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5A5A5A"/>
                </a:solidFill>
              </a:defRPr>
            </a:pPr>
            <a:r>
              <a:t>Cartón 54/150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690872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718304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2. La Oreja de Van Gogh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Rosas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08192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135624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22. Daddy Yankee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Gasolina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525512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552944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8. Alaska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 quien le importa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690872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718304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17. Zapato veloz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Tractor amarillo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108192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135624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12. Joaquín Sabina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 nos dieron las 10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525512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552944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38. David Civera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 la detengan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690872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718304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48. Juan Magan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Ayer la vi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108192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135624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34. Estopa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Por la Raja de tu Falda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525512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552944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41. Camela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Cuando zarpa el amor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690872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718304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15. Pereza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Princesa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108192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135624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4. Coyote Dax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No Rompas Más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525512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552944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31. Lola Indigo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reina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#054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228600" y="2971800"/>
            <a:ext cx="4160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5A5A5A"/>
                </a:solidFill>
              </a:defRPr>
            </a:pPr>
            <a:r>
              <a:t>Cartón 55/150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82880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10312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33. Proyecto Uno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Tiburón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600200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627632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49. ROSÉ &amp; Bruno Mars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APT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017520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044952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20. La pegatina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Mari Carmen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82880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10312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36. Karol 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 antes te hubiera conocido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600200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627632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19. Myke Towers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Esa Falda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017520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044952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46. Katy Perry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Roar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82880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210312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11. Baby Lores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mujer del pelotero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600200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627632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42. Bad Bunny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Yo perreo sola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017520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044952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41. Camela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Cuando zarpa el amor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82880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210312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21. Gente de zona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Gozadera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600200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627632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45. King 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Bomba</a:t>
            </a:r>
          </a:p>
        </p:txBody>
      </p:sp>
      <p:sp>
        <p:nvSpPr>
          <p:cNvPr id="85" name="Rectangle 84"/>
          <p:cNvSpPr/>
          <p:nvPr/>
        </p:nvSpPr>
        <p:spPr>
          <a:xfrm>
            <a:off x="3017520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3044952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10. CNCO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Reguetón Lento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#055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9" name="Rectangle 88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4736592" y="2971800"/>
            <a:ext cx="4160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5A5A5A"/>
                </a:solidFill>
              </a:defRPr>
            </a:pPr>
            <a:r>
              <a:t>Cartón 56/150</a:t>
            </a:r>
          </a:p>
        </p:txBody>
      </p:sp>
      <p:sp>
        <p:nvSpPr>
          <p:cNvPr id="91" name="Rectangle 90"/>
          <p:cNvSpPr/>
          <p:nvPr/>
        </p:nvSpPr>
        <p:spPr>
          <a:xfrm>
            <a:off x="4690872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4718304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14. Don Omar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Danza Kuduro</a:t>
            </a:r>
          </a:p>
        </p:txBody>
      </p:sp>
      <p:sp>
        <p:nvSpPr>
          <p:cNvPr id="93" name="Rectangle 92"/>
          <p:cNvSpPr/>
          <p:nvPr/>
        </p:nvSpPr>
        <p:spPr>
          <a:xfrm>
            <a:off x="6108192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6135624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40. Vicco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Nochentera</a:t>
            </a:r>
          </a:p>
        </p:txBody>
      </p:sp>
      <p:sp>
        <p:nvSpPr>
          <p:cNvPr id="95" name="Rectangle 94"/>
          <p:cNvSpPr/>
          <p:nvPr/>
        </p:nvSpPr>
        <p:spPr>
          <a:xfrm>
            <a:off x="7525512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7552944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9. Radio Futura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Escuela de Calor</a:t>
            </a:r>
          </a:p>
        </p:txBody>
      </p:sp>
      <p:sp>
        <p:nvSpPr>
          <p:cNvPr id="97" name="Rectangle 96"/>
          <p:cNvSpPr/>
          <p:nvPr/>
        </p:nvSpPr>
        <p:spPr>
          <a:xfrm>
            <a:off x="4690872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4718304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33. Proyecto Uno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Tiburón</a:t>
            </a:r>
          </a:p>
        </p:txBody>
      </p:sp>
      <p:sp>
        <p:nvSpPr>
          <p:cNvPr id="99" name="Rectangle 98"/>
          <p:cNvSpPr/>
          <p:nvPr/>
        </p:nvSpPr>
        <p:spPr>
          <a:xfrm>
            <a:off x="6108192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6135624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4. Coyote Dax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No Rompas Más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7525512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7552944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30. José Luis Perales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Un Velero Llamado Libertad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4690872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4718304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39. Paulina Rubio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 yo sigo aquí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6108192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6135624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13. Nino Bravo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Libre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7525512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7552944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28. Shakira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 Tipos Como Tú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4690872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4718304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18. Amaral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Mis amigos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108192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135624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42. Bad Bunny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Yo perreo sola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7525512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7552944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32. Melendi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Caminando por la vida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#056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14 de 38 · bingomusicalgratis.es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91440"/>
            <a:ext cx="2962656" cy="1975104"/>
          </a:xfrm>
          <a:prstGeom prst="rect">
            <a:avLst/>
          </a:prstGeom>
        </p:spPr>
      </p:pic>
      <p:pic>
        <p:nvPicPr>
          <p:cNvPr id="3" name="Picture 2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5803" y="91440"/>
            <a:ext cx="2675317" cy="76809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3C3C3C"/>
                </a:solidFill>
              </a:defRPr>
            </a:pPr>
            <a:r>
              <a:t>🎵 BINGO MUSICAL - Comisión de fiestas de Cañaveras - Medianos (12 canciones)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37160"/>
            <a:ext cx="4160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5A5A5A"/>
                </a:solidFill>
              </a:defRPr>
            </a:pPr>
            <a:r>
              <a:t>Cartón 57/150</a:t>
            </a:r>
          </a:p>
        </p:txBody>
      </p:sp>
      <p:sp>
        <p:nvSpPr>
          <p:cNvPr id="7" name="Rectangle 6"/>
          <p:cNvSpPr/>
          <p:nvPr/>
        </p:nvSpPr>
        <p:spPr>
          <a:xfrm>
            <a:off x="182880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0312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25. Los refrescos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Aquí no hay playa</a:t>
            </a:r>
          </a:p>
        </p:txBody>
      </p:sp>
      <p:sp>
        <p:nvSpPr>
          <p:cNvPr id="9" name="Rectangle 8"/>
          <p:cNvSpPr/>
          <p:nvPr/>
        </p:nvSpPr>
        <p:spPr>
          <a:xfrm>
            <a:off x="1600200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27632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44. David Bisbal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 Tu la Quieres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017520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44952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26. Aitana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Las Babys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2880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10312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19. Myke Towers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Esa Falda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600200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27632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6. Georgie Dann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Barbacoa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017520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44952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47. Sebastian Yatra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Tacones rojos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82880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10312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13. Nino Bravo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Libre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600200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627632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16. Izal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Mujer de Verde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017520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044952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3. El Consorcio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Chacacha del Tren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82880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10312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29. Luck 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morocha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600200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627632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30. José Luis Perales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Un Velero Llamado Libertad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017520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044952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24. El Canto del Loco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Zapatillas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#057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736592" y="137160"/>
            <a:ext cx="4160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5A5A5A"/>
                </a:solidFill>
              </a:defRPr>
            </a:pPr>
            <a:r>
              <a:t>Cartón 58/150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690872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718304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46. Katy Perry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Roar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08192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135624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12. Joaquín Sabina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 nos dieron las 10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525512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552944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36. Karol 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 antes te hubiera conocido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690872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718304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8. Alaska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 quien le importa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108192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135624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2. La Oreja de Van Gogh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Rosas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525512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552944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1. Los Del Rio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Macarena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690872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718304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17. Zapato veloz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Tractor amarillo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108192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135624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31. Lola Indigo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reina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525512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552944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4. Coyote Dax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No Rompas Más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690872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718304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16. Izal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Mujer de Verde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108192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135624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42. Bad Bunny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Yo perreo sola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525512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552944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35. Las ketchup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Asereje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#058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228600" y="2971800"/>
            <a:ext cx="4160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5A5A5A"/>
                </a:solidFill>
              </a:defRPr>
            </a:pPr>
            <a:r>
              <a:t>Cartón 59/150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82880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10312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7. Raphael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 gran noche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600200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627632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47. Sebastian Yatra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Tacones rojos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017520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044952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28. Shakira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 Tipos Como Tú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82880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10312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6. Georgie Dann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Barbacoa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600200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627632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32. Melendi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Caminando por la vida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017520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044952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43. El simbolo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Levantando las manos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82880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210312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17. Zapato veloz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Tractor amarillo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600200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627632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19. Myke Towers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Esa Falda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017520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044952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5. Isabel Aaiun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himno de mi peña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82880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210312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49. ROSÉ &amp; Bruno Mars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APT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600200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627632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31. Lola Indigo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reina</a:t>
            </a:r>
          </a:p>
        </p:txBody>
      </p:sp>
      <p:sp>
        <p:nvSpPr>
          <p:cNvPr id="85" name="Rectangle 84"/>
          <p:cNvSpPr/>
          <p:nvPr/>
        </p:nvSpPr>
        <p:spPr>
          <a:xfrm>
            <a:off x="3017520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3044952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29. Luck 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morocha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#059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9" name="Rectangle 88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4736592" y="2971800"/>
            <a:ext cx="4160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5A5A5A"/>
                </a:solidFill>
              </a:defRPr>
            </a:pPr>
            <a:r>
              <a:t>Cartón 60/150</a:t>
            </a:r>
          </a:p>
        </p:txBody>
      </p:sp>
      <p:sp>
        <p:nvSpPr>
          <p:cNvPr id="91" name="Rectangle 90"/>
          <p:cNvSpPr/>
          <p:nvPr/>
        </p:nvSpPr>
        <p:spPr>
          <a:xfrm>
            <a:off x="4690872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4718304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37. La fiesta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Quiero montarme en tu velero</a:t>
            </a:r>
          </a:p>
        </p:txBody>
      </p:sp>
      <p:sp>
        <p:nvSpPr>
          <p:cNvPr id="93" name="Rectangle 92"/>
          <p:cNvSpPr/>
          <p:nvPr/>
        </p:nvSpPr>
        <p:spPr>
          <a:xfrm>
            <a:off x="6108192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6135624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23. King 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Paquito el Chocolatero</a:t>
            </a:r>
          </a:p>
        </p:txBody>
      </p:sp>
      <p:sp>
        <p:nvSpPr>
          <p:cNvPr id="95" name="Rectangle 94"/>
          <p:cNvSpPr/>
          <p:nvPr/>
        </p:nvSpPr>
        <p:spPr>
          <a:xfrm>
            <a:off x="7525512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7552944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3. El Consorcio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Chacacha del Tren</a:t>
            </a:r>
          </a:p>
        </p:txBody>
      </p:sp>
      <p:sp>
        <p:nvSpPr>
          <p:cNvPr id="97" name="Rectangle 96"/>
          <p:cNvSpPr/>
          <p:nvPr/>
        </p:nvSpPr>
        <p:spPr>
          <a:xfrm>
            <a:off x="4690872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4718304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27. Chocolate Latino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Mayonesa</a:t>
            </a:r>
          </a:p>
        </p:txBody>
      </p:sp>
      <p:sp>
        <p:nvSpPr>
          <p:cNvPr id="99" name="Rectangle 98"/>
          <p:cNvSpPr/>
          <p:nvPr/>
        </p:nvSpPr>
        <p:spPr>
          <a:xfrm>
            <a:off x="6108192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6135624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48. Juan Magan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Ayer la vi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7525512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7552944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11. Baby Lores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mujer del pelotero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4690872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4718304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20. La pegatina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Mari Carmen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6108192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6135624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5. Isabel Aaiun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himno de mi peña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7525512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7552944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8. Alaska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 quien le importa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4690872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4718304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24. El Canto del Loco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Zapatillas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108192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135624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34. Estopa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Por la Raja de tu Falda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7525512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7552944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14. Don Omar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Danza Kuduro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#060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15 de 38 · bingomusicalgratis.es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91440"/>
            <a:ext cx="2962656" cy="1975104"/>
          </a:xfrm>
          <a:prstGeom prst="rect">
            <a:avLst/>
          </a:prstGeom>
        </p:spPr>
      </p:pic>
      <p:pic>
        <p:nvPicPr>
          <p:cNvPr id="3" name="Picture 2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5803" y="91440"/>
            <a:ext cx="2675317" cy="76809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3C3C3C"/>
                </a:solidFill>
              </a:defRPr>
            </a:pPr>
            <a:r>
              <a:t>🎵 BINGO MUSICAL - Comisión de fiestas de Cañaveras - Medianos (12 canciones)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37160"/>
            <a:ext cx="4160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5A5A5A"/>
                </a:solidFill>
              </a:defRPr>
            </a:pPr>
            <a:r>
              <a:t>Cartón 61/150</a:t>
            </a:r>
          </a:p>
        </p:txBody>
      </p:sp>
      <p:sp>
        <p:nvSpPr>
          <p:cNvPr id="7" name="Rectangle 6"/>
          <p:cNvSpPr/>
          <p:nvPr/>
        </p:nvSpPr>
        <p:spPr>
          <a:xfrm>
            <a:off x="182880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0312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44. David Bisbal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 Tu la Quieres</a:t>
            </a:r>
          </a:p>
        </p:txBody>
      </p:sp>
      <p:sp>
        <p:nvSpPr>
          <p:cNvPr id="9" name="Rectangle 8"/>
          <p:cNvSpPr/>
          <p:nvPr/>
        </p:nvSpPr>
        <p:spPr>
          <a:xfrm>
            <a:off x="1600200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27632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41. Camela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Cuando zarpa el amor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017520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44952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40. Vicco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Nochentera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2880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10312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43. El simbolo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Levantando las manos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600200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27632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23. King 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Paquito el Chocolatero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017520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44952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25. Los refrescos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Aquí no hay playa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82880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10312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22. Daddy Yankee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Gasolina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600200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627632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20. La pegatina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Mari Carmen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017520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044952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37. La fiesta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Quiero montarme en tu velero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82880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10312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6. Georgie Dann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Barbacoa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600200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627632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18. Amaral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Mis amigos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017520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044952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1. Los Del Rio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Macarena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#061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736592" y="137160"/>
            <a:ext cx="4160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5A5A5A"/>
                </a:solidFill>
              </a:defRPr>
            </a:pPr>
            <a:r>
              <a:t>Cartón 62/150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690872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718304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37. La fiesta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Quiero montarme en tu velero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08192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135624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41. Camela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Cuando zarpa el amor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525512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552944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27. Chocolate Latino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Mayonesa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690872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718304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45. King 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Bomba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108192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135624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15. Pereza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Princesa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525512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552944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14. Don Omar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Danza Kuduro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690872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718304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21. Gente de zona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Gozadera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108192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135624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26. Aitana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Las Babys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525512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552944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10. CNCO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Reguetón Lento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690872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718304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9. Radio Futura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Escuela de Calor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108192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135624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36. Karol 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 antes te hubiera conocido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525512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552944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35. Las ketchup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Asereje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#062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228600" y="2971800"/>
            <a:ext cx="4160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5A5A5A"/>
                </a:solidFill>
              </a:defRPr>
            </a:pPr>
            <a:r>
              <a:t>Cartón 63/150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82880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10312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48. Juan Magan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Ayer la vi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600200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627632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39. Paulina Rubio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 yo sigo aquí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017520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044952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38. David Civera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 la detengan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82880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10312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19. Myke Towers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Esa Falda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600200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627632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5. Isabel Aaiun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himno de mi peña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017520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044952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49. ROSÉ &amp; Bruno Mars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APT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82880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210312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10. CNCO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Reguetón Lento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600200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627632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31. Lola Indigo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reina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017520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044952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7. Raphael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 gran noche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82880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210312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2. La Oreja de Van Gogh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Rosas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600200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627632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34. Estopa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Por la Raja de tu Falda</a:t>
            </a:r>
          </a:p>
        </p:txBody>
      </p:sp>
      <p:sp>
        <p:nvSpPr>
          <p:cNvPr id="85" name="Rectangle 84"/>
          <p:cNvSpPr/>
          <p:nvPr/>
        </p:nvSpPr>
        <p:spPr>
          <a:xfrm>
            <a:off x="3017520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3044952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13. Nino Bravo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Libre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#063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9" name="Rectangle 88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4736592" y="2971800"/>
            <a:ext cx="4160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5A5A5A"/>
                </a:solidFill>
              </a:defRPr>
            </a:pPr>
            <a:r>
              <a:t>Cartón 64/150</a:t>
            </a:r>
          </a:p>
        </p:txBody>
      </p:sp>
      <p:sp>
        <p:nvSpPr>
          <p:cNvPr id="91" name="Rectangle 90"/>
          <p:cNvSpPr/>
          <p:nvPr/>
        </p:nvSpPr>
        <p:spPr>
          <a:xfrm>
            <a:off x="4690872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4718304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22. Daddy Yankee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Gasolina</a:t>
            </a:r>
          </a:p>
        </p:txBody>
      </p:sp>
      <p:sp>
        <p:nvSpPr>
          <p:cNvPr id="93" name="Rectangle 92"/>
          <p:cNvSpPr/>
          <p:nvPr/>
        </p:nvSpPr>
        <p:spPr>
          <a:xfrm>
            <a:off x="6108192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6135624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4. Coyote Dax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No Rompas Más</a:t>
            </a:r>
          </a:p>
        </p:txBody>
      </p:sp>
      <p:sp>
        <p:nvSpPr>
          <p:cNvPr id="95" name="Rectangle 94"/>
          <p:cNvSpPr/>
          <p:nvPr/>
        </p:nvSpPr>
        <p:spPr>
          <a:xfrm>
            <a:off x="7525512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7552944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15. Pereza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Princesa</a:t>
            </a:r>
          </a:p>
        </p:txBody>
      </p:sp>
      <p:sp>
        <p:nvSpPr>
          <p:cNvPr id="97" name="Rectangle 96"/>
          <p:cNvSpPr/>
          <p:nvPr/>
        </p:nvSpPr>
        <p:spPr>
          <a:xfrm>
            <a:off x="4690872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4718304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17. Zapato veloz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Tractor amarillo</a:t>
            </a:r>
          </a:p>
        </p:txBody>
      </p:sp>
      <p:sp>
        <p:nvSpPr>
          <p:cNvPr id="99" name="Rectangle 98"/>
          <p:cNvSpPr/>
          <p:nvPr/>
        </p:nvSpPr>
        <p:spPr>
          <a:xfrm>
            <a:off x="6108192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6135624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46. Katy Perry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Roar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7525512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7552944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40. Vicco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Nochentera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4690872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4718304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44. David Bisbal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 Tu la Quieres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6108192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6135624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32. Melendi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Caminando por la vida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7525512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7552944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41. Camela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Cuando zarpa el amor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4690872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4718304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28. Shakira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 Tipos Como Tú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108192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135624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1. Los Del Rio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Macarena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7525512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7552944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18. Amaral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Mis amigos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#064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16 de 38 · bingomusicalgratis.es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91440"/>
            <a:ext cx="2962656" cy="1975104"/>
          </a:xfrm>
          <a:prstGeom prst="rect">
            <a:avLst/>
          </a:prstGeom>
        </p:spPr>
      </p:pic>
      <p:pic>
        <p:nvPicPr>
          <p:cNvPr id="3" name="Picture 2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5803" y="91440"/>
            <a:ext cx="2675317" cy="76809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3C3C3C"/>
                </a:solidFill>
              </a:defRPr>
            </a:pPr>
            <a:r>
              <a:t>🎵 BINGO MUSICAL - Comisión de fiestas de Cañaveras - Medianos (12 canciones)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37160"/>
            <a:ext cx="4160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5A5A5A"/>
                </a:solidFill>
              </a:defRPr>
            </a:pPr>
            <a:r>
              <a:t>Cartón 65/150</a:t>
            </a:r>
          </a:p>
        </p:txBody>
      </p:sp>
      <p:sp>
        <p:nvSpPr>
          <p:cNvPr id="7" name="Rectangle 6"/>
          <p:cNvSpPr/>
          <p:nvPr/>
        </p:nvSpPr>
        <p:spPr>
          <a:xfrm>
            <a:off x="182880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0312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22. Daddy Yankee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Gasolina</a:t>
            </a:r>
          </a:p>
        </p:txBody>
      </p:sp>
      <p:sp>
        <p:nvSpPr>
          <p:cNvPr id="9" name="Rectangle 8"/>
          <p:cNvSpPr/>
          <p:nvPr/>
        </p:nvSpPr>
        <p:spPr>
          <a:xfrm>
            <a:off x="1600200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27632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42. Bad Bunny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Yo perreo sola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017520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44952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39. Paulina Rubio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 yo sigo aquí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2880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10312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9. Radio Futura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Escuela de Calor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600200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27632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14. Don Omar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Danza Kuduro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017520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44952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11. Baby Lores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mujer del pelotero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82880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10312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27. Chocolate Latino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Mayonesa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600200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627632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12. Joaquín Sabina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 nos dieron las 10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017520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044952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3. El Consorcio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Chacacha del Tren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82880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10312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25. Los refrescos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Aquí no hay playa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600200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627632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47. Sebastian Yatra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Tacones rojos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017520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044952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29. Luck 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morocha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#065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736592" y="137160"/>
            <a:ext cx="4160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5A5A5A"/>
                </a:solidFill>
              </a:defRPr>
            </a:pPr>
            <a:r>
              <a:t>Cartón 66/150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690872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718304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3. El Consorcio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Chacacha del Tren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08192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135624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30. José Luis Perales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Un Velero Llamado Libertad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525512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552944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38. David Civera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 la detengan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690872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718304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49. ROSÉ &amp; Bruno Mars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APT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108192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135624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45. King 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Bomba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525512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552944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42. Bad Bunny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Yo perreo sola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690872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718304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36. Karol 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 antes te hubiera conocido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108192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135624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6. Georgie Dann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Barbacoa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525512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552944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35. Las ketchup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Asereje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690872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718304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7. Raphael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 gran noche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108192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135624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33. Proyecto Uno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Tiburón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525512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552944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32. Melendi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Caminando por la vida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#066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228600" y="2971800"/>
            <a:ext cx="4160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5A5A5A"/>
                </a:solidFill>
              </a:defRPr>
            </a:pPr>
            <a:r>
              <a:t>Cartón 67/150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82880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10312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41. Camela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Cuando zarpa el amor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600200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627632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1. Los Del Rio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Macarena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017520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044952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12. Joaquín Sabina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 nos dieron las 10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82880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10312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46. Katy Perry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Roar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600200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627632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40. Vicco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Nochentera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017520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044952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30. José Luis Perales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Un Velero Llamado Libertad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82880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210312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2. La Oreja de Van Gogh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Rosas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600200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627632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8. Alaska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 quien le importa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017520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044952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31. Lola Indigo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reina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82880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210312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21. Gente de zona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Gozadera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600200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627632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16. Izal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Mujer de Verde</a:t>
            </a:r>
          </a:p>
        </p:txBody>
      </p:sp>
      <p:sp>
        <p:nvSpPr>
          <p:cNvPr id="85" name="Rectangle 84"/>
          <p:cNvSpPr/>
          <p:nvPr/>
        </p:nvSpPr>
        <p:spPr>
          <a:xfrm>
            <a:off x="3017520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3044952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33. Proyecto Uno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Tiburón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#067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9" name="Rectangle 88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4736592" y="2971800"/>
            <a:ext cx="4160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5A5A5A"/>
                </a:solidFill>
              </a:defRPr>
            </a:pPr>
            <a:r>
              <a:t>Cartón 68/150</a:t>
            </a:r>
          </a:p>
        </p:txBody>
      </p:sp>
      <p:sp>
        <p:nvSpPr>
          <p:cNvPr id="91" name="Rectangle 90"/>
          <p:cNvSpPr/>
          <p:nvPr/>
        </p:nvSpPr>
        <p:spPr>
          <a:xfrm>
            <a:off x="4690872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4718304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19. Myke Towers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Esa Falda</a:t>
            </a:r>
          </a:p>
        </p:txBody>
      </p:sp>
      <p:sp>
        <p:nvSpPr>
          <p:cNvPr id="93" name="Rectangle 92"/>
          <p:cNvSpPr/>
          <p:nvPr/>
        </p:nvSpPr>
        <p:spPr>
          <a:xfrm>
            <a:off x="6108192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6135624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13. Nino Bravo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Libre</a:t>
            </a:r>
          </a:p>
        </p:txBody>
      </p:sp>
      <p:sp>
        <p:nvSpPr>
          <p:cNvPr id="95" name="Rectangle 94"/>
          <p:cNvSpPr/>
          <p:nvPr/>
        </p:nvSpPr>
        <p:spPr>
          <a:xfrm>
            <a:off x="7525512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7552944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29. Luck 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morocha</a:t>
            </a:r>
          </a:p>
        </p:txBody>
      </p:sp>
      <p:sp>
        <p:nvSpPr>
          <p:cNvPr id="97" name="Rectangle 96"/>
          <p:cNvSpPr/>
          <p:nvPr/>
        </p:nvSpPr>
        <p:spPr>
          <a:xfrm>
            <a:off x="4690872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4718304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21. Gente de zona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Gozadera</a:t>
            </a:r>
          </a:p>
        </p:txBody>
      </p:sp>
      <p:sp>
        <p:nvSpPr>
          <p:cNvPr id="99" name="Rectangle 98"/>
          <p:cNvSpPr/>
          <p:nvPr/>
        </p:nvSpPr>
        <p:spPr>
          <a:xfrm>
            <a:off x="6108192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6135624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15. Pereza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Princesa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7525512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7552944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17. Zapato veloz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Tractor amarillo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4690872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4718304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16. Izal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Mujer de Verde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6108192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6135624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39. Paulina Rubio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 yo sigo aquí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7525512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7552944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37. La fiesta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Quiero montarme en tu velero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4690872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4718304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4. Coyote Dax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No Rompas Más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108192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135624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34. Estopa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Por la Raja de tu Falda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7525512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7552944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9. Radio Futura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Escuela de Calor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#068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17 de 38 · bingomusicalgratis.es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91440"/>
            <a:ext cx="2962656" cy="1975104"/>
          </a:xfrm>
          <a:prstGeom prst="rect">
            <a:avLst/>
          </a:prstGeom>
        </p:spPr>
      </p:pic>
      <p:pic>
        <p:nvPicPr>
          <p:cNvPr id="3" name="Picture 2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5803" y="91440"/>
            <a:ext cx="2675317" cy="76809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3C3C3C"/>
                </a:solidFill>
              </a:defRPr>
            </a:pPr>
            <a:r>
              <a:t>🎵 BINGO MUSICAL - Comisión de fiestas de Cañaveras - Medianos (12 canciones)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37160"/>
            <a:ext cx="4160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5A5A5A"/>
                </a:solidFill>
              </a:defRPr>
            </a:pPr>
            <a:r>
              <a:t>Cartón 69/150</a:t>
            </a:r>
          </a:p>
        </p:txBody>
      </p:sp>
      <p:sp>
        <p:nvSpPr>
          <p:cNvPr id="7" name="Rectangle 6"/>
          <p:cNvSpPr/>
          <p:nvPr/>
        </p:nvSpPr>
        <p:spPr>
          <a:xfrm>
            <a:off x="182880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0312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12. Joaquín Sabina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 nos dieron las 10</a:t>
            </a:r>
          </a:p>
        </p:txBody>
      </p:sp>
      <p:sp>
        <p:nvSpPr>
          <p:cNvPr id="9" name="Rectangle 8"/>
          <p:cNvSpPr/>
          <p:nvPr/>
        </p:nvSpPr>
        <p:spPr>
          <a:xfrm>
            <a:off x="1600200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27632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16. Izal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Mujer de Verde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017520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44952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37. La fiesta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Quiero montarme en tu velero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2880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10312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23. King 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Paquito el Chocolatero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600200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27632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47. Sebastian Yatra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Tacones rojos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017520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44952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45. King 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Bomba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82880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10312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44. David Bisbal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 Tu la Quieres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600200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627632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48. Juan Magan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Ayer la vi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017520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044952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3. El Consorcio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Chacacha del Tren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82880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10312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25. Los refrescos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Aquí no hay playa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600200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627632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18. Amaral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Mis amigos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017520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044952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26. Aitana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Las Babys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#069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736592" y="137160"/>
            <a:ext cx="4160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5A5A5A"/>
                </a:solidFill>
              </a:defRPr>
            </a:pPr>
            <a:r>
              <a:t>Cartón 70/150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690872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718304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23. King 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Paquito el Chocolatero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08192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135624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5. Isabel Aaiun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himno de mi peña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525512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552944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43. El simbolo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Levantando las manos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690872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718304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30. José Luis Perales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Un Velero Llamado Libertad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108192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135624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11. Baby Lores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mujer del pelotero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525512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552944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42. Bad Bunny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Yo perreo sola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690872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718304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28. Shakira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 Tipos Como Tú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108192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135624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20. La pegatina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Mari Carmen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525512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552944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2. La Oreja de Van Gogh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Rosas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690872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718304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48. Juan Magan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Ayer la vi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108192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135624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24. El Canto del Loco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Zapatillas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525512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552944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31. Lola Indigo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reina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#070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228600" y="2971800"/>
            <a:ext cx="4160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5A5A5A"/>
                </a:solidFill>
              </a:defRPr>
            </a:pPr>
            <a:r>
              <a:t>Cartón 71/150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82880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10312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49. ROSÉ &amp; Bruno Mars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APT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600200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627632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15. Pereza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Princesa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017520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044952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35. Las ketchup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Asereje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82880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10312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9. Radio Futura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Escuela de Calor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600200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627632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43. El simbolo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Levantando las manos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017520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044952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8. Alaska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 quien le importa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82880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210312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18. Amaral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Mis amigos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600200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627632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10. CNCO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Reguetón Lento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017520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044952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17. Zapato veloz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Tractor amarillo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82880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210312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27. Chocolate Latino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Mayonesa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600200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627632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39. Paulina Rubio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 yo sigo aquí</a:t>
            </a:r>
          </a:p>
        </p:txBody>
      </p:sp>
      <p:sp>
        <p:nvSpPr>
          <p:cNvPr id="85" name="Rectangle 84"/>
          <p:cNvSpPr/>
          <p:nvPr/>
        </p:nvSpPr>
        <p:spPr>
          <a:xfrm>
            <a:off x="3017520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3044952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46. Katy Perry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Roar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#071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9" name="Rectangle 88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4736592" y="2971800"/>
            <a:ext cx="4160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5A5A5A"/>
                </a:solidFill>
              </a:defRPr>
            </a:pPr>
            <a:r>
              <a:t>Cartón 72/150</a:t>
            </a:r>
          </a:p>
        </p:txBody>
      </p:sp>
      <p:sp>
        <p:nvSpPr>
          <p:cNvPr id="91" name="Rectangle 90"/>
          <p:cNvSpPr/>
          <p:nvPr/>
        </p:nvSpPr>
        <p:spPr>
          <a:xfrm>
            <a:off x="4690872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4718304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33. Proyecto Uno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Tiburón</a:t>
            </a:r>
          </a:p>
        </p:txBody>
      </p:sp>
      <p:sp>
        <p:nvSpPr>
          <p:cNvPr id="93" name="Rectangle 92"/>
          <p:cNvSpPr/>
          <p:nvPr/>
        </p:nvSpPr>
        <p:spPr>
          <a:xfrm>
            <a:off x="6108192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6135624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4. Coyote Dax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No Rompas Más</a:t>
            </a:r>
          </a:p>
        </p:txBody>
      </p:sp>
      <p:sp>
        <p:nvSpPr>
          <p:cNvPr id="95" name="Rectangle 94"/>
          <p:cNvSpPr/>
          <p:nvPr/>
        </p:nvSpPr>
        <p:spPr>
          <a:xfrm>
            <a:off x="7525512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7552944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21. Gente de zona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Gozadera</a:t>
            </a:r>
          </a:p>
        </p:txBody>
      </p:sp>
      <p:sp>
        <p:nvSpPr>
          <p:cNvPr id="97" name="Rectangle 96"/>
          <p:cNvSpPr/>
          <p:nvPr/>
        </p:nvSpPr>
        <p:spPr>
          <a:xfrm>
            <a:off x="4690872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4718304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10. CNCO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Reguetón Lento</a:t>
            </a:r>
          </a:p>
        </p:txBody>
      </p:sp>
      <p:sp>
        <p:nvSpPr>
          <p:cNvPr id="99" name="Rectangle 98"/>
          <p:cNvSpPr/>
          <p:nvPr/>
        </p:nvSpPr>
        <p:spPr>
          <a:xfrm>
            <a:off x="6108192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6135624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44. David Bisbal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 Tu la Quieres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7525512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7552944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24. El Canto del Loco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Zapatillas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4690872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4718304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11. Baby Lores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mujer del pelotero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6108192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6135624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47. Sebastian Yatra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Tacones rojos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7525512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7552944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5. Isabel Aaiun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himno de mi peña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4690872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4718304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20. La pegatina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Mari Carmen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108192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135624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14. Don Omar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Danza Kuduro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7525512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7552944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13. Nino Bravo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Libre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#072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18 de 38 · bingomusicalgratis.es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91440"/>
            <a:ext cx="2962656" cy="1975104"/>
          </a:xfrm>
          <a:prstGeom prst="rect">
            <a:avLst/>
          </a:prstGeom>
        </p:spPr>
      </p:pic>
      <p:pic>
        <p:nvPicPr>
          <p:cNvPr id="3" name="Picture 2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5803" y="91440"/>
            <a:ext cx="2675317" cy="76809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3C3C3C"/>
                </a:solidFill>
              </a:defRPr>
            </a:pPr>
            <a:r>
              <a:t>🎵 BINGO MUSICAL - Comisión de fiestas de Cañaveras - Medianos (12 canciones)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37160"/>
            <a:ext cx="4160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5A5A5A"/>
                </a:solidFill>
              </a:defRPr>
            </a:pPr>
            <a:r>
              <a:t>Cartón 73/150</a:t>
            </a:r>
          </a:p>
        </p:txBody>
      </p:sp>
      <p:sp>
        <p:nvSpPr>
          <p:cNvPr id="7" name="Rectangle 6"/>
          <p:cNvSpPr/>
          <p:nvPr/>
        </p:nvSpPr>
        <p:spPr>
          <a:xfrm>
            <a:off x="182880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0312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38. David Civera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 la detengan</a:t>
            </a:r>
          </a:p>
        </p:txBody>
      </p:sp>
      <p:sp>
        <p:nvSpPr>
          <p:cNvPr id="9" name="Rectangle 8"/>
          <p:cNvSpPr/>
          <p:nvPr/>
        </p:nvSpPr>
        <p:spPr>
          <a:xfrm>
            <a:off x="1600200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27632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32. Melendi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Caminando por la vida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017520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44952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7. Raphael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 gran noche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2880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10312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22. Daddy Yankee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Gasolina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600200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27632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49. ROSÉ &amp; Bruno Mars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APT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017520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44952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34. Estopa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Por la Raja de tu Falda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82880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10312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11. Baby Lores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mujer del pelotero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600200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627632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45. King 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Bomba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017520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044952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36. Karol 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 antes te hubiera conocido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82880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10312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8. Alaska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 quien le importa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600200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627632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48. Juan Magan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Ayer la vi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017520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044952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33. Proyecto Uno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Tiburón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#073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736592" y="137160"/>
            <a:ext cx="4160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5A5A5A"/>
                </a:solidFill>
              </a:defRPr>
            </a:pPr>
            <a:r>
              <a:t>Cartón 74/150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690872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718304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3. El Consorcio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Chacacha del Tren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08192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135624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24. El Canto del Loco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Zapatillas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525512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552944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19. Myke Towers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Esa Falda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690872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718304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1. Los Del Rio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Macarena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108192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135624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39. Paulina Rubio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 yo sigo aquí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525512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552944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8. Alaska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 quien le importa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690872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718304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20. La pegatina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Mari Carmen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108192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135624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6. Georgie Dann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Barbacoa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525512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552944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26. Aitana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Las Babys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690872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718304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40. Vicco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Nochentera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108192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135624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29. Luck 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morocha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525512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552944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30. José Luis Perales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Un Velero Llamado Libertad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#074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228600" y="2971800"/>
            <a:ext cx="4160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5A5A5A"/>
                </a:solidFill>
              </a:defRPr>
            </a:pPr>
            <a:r>
              <a:t>Cartón 75/150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82880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10312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21. Gente de zona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Gozadera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600200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627632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12. Joaquín Sabina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 nos dieron las 10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017520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044952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37. La fiesta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Quiero montarme en tu velero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82880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10312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1. Los Del Rio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Macarena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600200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627632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22. Daddy Yankee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Gasolina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017520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044952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40. Vicco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Nochentera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82880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210312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38. David Civera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 la detengan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600200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627632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14. Don Omar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Danza Kuduro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017520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044952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25. Los refrescos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Aquí no hay playa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82880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210312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23. King 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Paquito el Chocolatero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600200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627632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28. Shakira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 Tipos Como Tú</a:t>
            </a:r>
          </a:p>
        </p:txBody>
      </p:sp>
      <p:sp>
        <p:nvSpPr>
          <p:cNvPr id="85" name="Rectangle 84"/>
          <p:cNvSpPr/>
          <p:nvPr/>
        </p:nvSpPr>
        <p:spPr>
          <a:xfrm>
            <a:off x="3017520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3044952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35. Las ketchup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Asereje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#075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9" name="Rectangle 88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4736592" y="2971800"/>
            <a:ext cx="4160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5A5A5A"/>
                </a:solidFill>
              </a:defRPr>
            </a:pPr>
            <a:r>
              <a:t>Cartón 76/150</a:t>
            </a:r>
          </a:p>
        </p:txBody>
      </p:sp>
      <p:sp>
        <p:nvSpPr>
          <p:cNvPr id="91" name="Rectangle 90"/>
          <p:cNvSpPr/>
          <p:nvPr/>
        </p:nvSpPr>
        <p:spPr>
          <a:xfrm>
            <a:off x="4690872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4718304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17. Zapato veloz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Tractor amarillo</a:t>
            </a:r>
          </a:p>
        </p:txBody>
      </p:sp>
      <p:sp>
        <p:nvSpPr>
          <p:cNvPr id="93" name="Rectangle 92"/>
          <p:cNvSpPr/>
          <p:nvPr/>
        </p:nvSpPr>
        <p:spPr>
          <a:xfrm>
            <a:off x="6108192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6135624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9. Radio Futura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Escuela de Calor</a:t>
            </a:r>
          </a:p>
        </p:txBody>
      </p:sp>
      <p:sp>
        <p:nvSpPr>
          <p:cNvPr id="95" name="Rectangle 94"/>
          <p:cNvSpPr/>
          <p:nvPr/>
        </p:nvSpPr>
        <p:spPr>
          <a:xfrm>
            <a:off x="7525512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7552944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27. Chocolate Latino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Mayonesa</a:t>
            </a:r>
          </a:p>
        </p:txBody>
      </p:sp>
      <p:sp>
        <p:nvSpPr>
          <p:cNvPr id="97" name="Rectangle 96"/>
          <p:cNvSpPr/>
          <p:nvPr/>
        </p:nvSpPr>
        <p:spPr>
          <a:xfrm>
            <a:off x="4690872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4718304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45. King 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Bomba</a:t>
            </a:r>
          </a:p>
        </p:txBody>
      </p:sp>
      <p:sp>
        <p:nvSpPr>
          <p:cNvPr id="99" name="Rectangle 98"/>
          <p:cNvSpPr/>
          <p:nvPr/>
        </p:nvSpPr>
        <p:spPr>
          <a:xfrm>
            <a:off x="6108192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6135624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7. Raphael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 gran noche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7525512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7552944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4. Coyote Dax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No Rompas Más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4690872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4718304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36. Karol 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 antes te hubiera conocido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6108192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6135624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43. El simbolo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Levantando las manos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7525512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7552944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31. Lola Indigo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reina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4690872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4718304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38. David Civera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 la detengan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108192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135624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23. King 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Paquito el Chocolatero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7525512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7552944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26. Aitana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Las Babys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#076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19 de 38 · bingomusicalgratis.es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91440"/>
            <a:ext cx="2962656" cy="1975104"/>
          </a:xfrm>
          <a:prstGeom prst="rect">
            <a:avLst/>
          </a:prstGeom>
        </p:spPr>
      </p:pic>
      <p:pic>
        <p:nvPicPr>
          <p:cNvPr id="3" name="Picture 2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5803" y="91440"/>
            <a:ext cx="2675317" cy="76809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3C3C3C"/>
                </a:solidFill>
              </a:defRPr>
            </a:pPr>
            <a:r>
              <a:t>🎵 BINGO MUSICAL - Comisión de fiestas de Cañaveras - Medianos (12 canciones)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37160"/>
            <a:ext cx="4160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5A5A5A"/>
                </a:solidFill>
              </a:defRPr>
            </a:pPr>
            <a:r>
              <a:t>Cartón 77/150</a:t>
            </a:r>
          </a:p>
        </p:txBody>
      </p:sp>
      <p:sp>
        <p:nvSpPr>
          <p:cNvPr id="7" name="Rectangle 6"/>
          <p:cNvSpPr/>
          <p:nvPr/>
        </p:nvSpPr>
        <p:spPr>
          <a:xfrm>
            <a:off x="182880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0312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2. La Oreja de Van Gogh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Rosas</a:t>
            </a:r>
          </a:p>
        </p:txBody>
      </p:sp>
      <p:sp>
        <p:nvSpPr>
          <p:cNvPr id="9" name="Rectangle 8"/>
          <p:cNvSpPr/>
          <p:nvPr/>
        </p:nvSpPr>
        <p:spPr>
          <a:xfrm>
            <a:off x="1600200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27632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29. Luck 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morocha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017520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44952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5. Isabel Aaiun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himno de mi peña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2880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10312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15. Pereza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Princesa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600200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27632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10. CNCO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Reguetón Lento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017520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44952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42. Bad Bunny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Yo perreo sola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82880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10312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48. Juan Magan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Ayer la vi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600200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627632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35. Las ketchup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Asereje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017520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044952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13. Nino Bravo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Libre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82880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10312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34. Estopa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Por la Raja de tu Falda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600200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627632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44. David Bisbal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 Tu la Quieres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017520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044952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7. Raphael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 gran noche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#077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736592" y="137160"/>
            <a:ext cx="4160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5A5A5A"/>
                </a:solidFill>
              </a:defRPr>
            </a:pPr>
            <a:r>
              <a:t>Cartón 78/150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690872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718304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14. Don Omar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Danza Kuduro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08192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135624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28. Shakira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 Tipos Como Tú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525512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552944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32. Melendi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Caminando por la vida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690872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718304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19. Myke Towers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Esa Falda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108192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135624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33. Proyecto Uno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Tiburón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525512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552944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4. Coyote Dax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No Rompas Más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690872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718304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41. Camela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Cuando zarpa el amor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108192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135624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17. Zapato veloz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Tractor amarillo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525512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552944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24. El Canto del Loco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Zapatillas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690872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718304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6. Georgie Dann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Barbacoa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108192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135624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46. Katy Perry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Roar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525512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552944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13. Nino Bravo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Libre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#078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228600" y="2971800"/>
            <a:ext cx="4160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5A5A5A"/>
                </a:solidFill>
              </a:defRPr>
            </a:pPr>
            <a:r>
              <a:t>Cartón 79/150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82880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10312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47. Sebastian Yatra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Tacones rojos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600200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627632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18. Amaral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Mis amigos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017520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044952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31. Lola Indigo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reina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82880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10312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27. Chocolate Latino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Mayonesa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600200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627632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21. Gente de zona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Gozadera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017520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044952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28. Shakira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 Tipos Como Tú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82880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210312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16. Izal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Mujer de Verde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600200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627632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1. Los Del Rio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Macarena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017520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044952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45. King 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Bomba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82880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210312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6. Georgie Dann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Barbacoa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600200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627632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49. ROSÉ &amp; Bruno Mars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APT</a:t>
            </a:r>
          </a:p>
        </p:txBody>
      </p:sp>
      <p:sp>
        <p:nvSpPr>
          <p:cNvPr id="85" name="Rectangle 84"/>
          <p:cNvSpPr/>
          <p:nvPr/>
        </p:nvSpPr>
        <p:spPr>
          <a:xfrm>
            <a:off x="3017520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3044952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46. Katy Perry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Roar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#079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9" name="Rectangle 88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4736592" y="2971800"/>
            <a:ext cx="4160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5A5A5A"/>
                </a:solidFill>
              </a:defRPr>
            </a:pPr>
            <a:r>
              <a:t>Cartón 80/150</a:t>
            </a:r>
          </a:p>
        </p:txBody>
      </p:sp>
      <p:sp>
        <p:nvSpPr>
          <p:cNvPr id="91" name="Rectangle 90"/>
          <p:cNvSpPr/>
          <p:nvPr/>
        </p:nvSpPr>
        <p:spPr>
          <a:xfrm>
            <a:off x="4690872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4718304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8. Alaska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 quien le importa</a:t>
            </a:r>
          </a:p>
        </p:txBody>
      </p:sp>
      <p:sp>
        <p:nvSpPr>
          <p:cNvPr id="93" name="Rectangle 92"/>
          <p:cNvSpPr/>
          <p:nvPr/>
        </p:nvSpPr>
        <p:spPr>
          <a:xfrm>
            <a:off x="6108192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6135624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40. Vicco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Nochentera</a:t>
            </a:r>
          </a:p>
        </p:txBody>
      </p:sp>
      <p:sp>
        <p:nvSpPr>
          <p:cNvPr id="95" name="Rectangle 94"/>
          <p:cNvSpPr/>
          <p:nvPr/>
        </p:nvSpPr>
        <p:spPr>
          <a:xfrm>
            <a:off x="7525512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7552944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32. Melendi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Caminando por la vida</a:t>
            </a:r>
          </a:p>
        </p:txBody>
      </p:sp>
      <p:sp>
        <p:nvSpPr>
          <p:cNvPr id="97" name="Rectangle 96"/>
          <p:cNvSpPr/>
          <p:nvPr/>
        </p:nvSpPr>
        <p:spPr>
          <a:xfrm>
            <a:off x="4690872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4718304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34. Estopa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Por la Raja de tu Falda</a:t>
            </a:r>
          </a:p>
        </p:txBody>
      </p:sp>
      <p:sp>
        <p:nvSpPr>
          <p:cNvPr id="99" name="Rectangle 98"/>
          <p:cNvSpPr/>
          <p:nvPr/>
        </p:nvSpPr>
        <p:spPr>
          <a:xfrm>
            <a:off x="6108192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6135624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41. Camela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Cuando zarpa el amor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7525512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7552944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44. David Bisbal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 Tu la Quieres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4690872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4718304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25. Los refrescos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Aquí no hay playa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6108192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6135624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15. Pereza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Princesa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7525512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7552944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4. Coyote Dax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No Rompas Más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4690872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4718304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42. Bad Bunny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Yo perreo sola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108192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135624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37. La fiesta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Quiero montarme en tu velero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7525512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7552944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39. Paulina Rubio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 yo sigo aquí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#080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20 de 38 · bingomusicalgratis.es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91440"/>
            <a:ext cx="2962656" cy="1975104"/>
          </a:xfrm>
          <a:prstGeom prst="rect">
            <a:avLst/>
          </a:prstGeom>
        </p:spPr>
      </p:pic>
      <p:pic>
        <p:nvPicPr>
          <p:cNvPr id="3" name="Picture 2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5803" y="91440"/>
            <a:ext cx="2675317" cy="76809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3C3C3C"/>
                </a:solidFill>
              </a:defRPr>
            </a:pPr>
            <a:r>
              <a:t>🎵 BINGO MUSICAL - Comisión de fiestas de Cañaveras - Medianos (12 canciones)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37160"/>
            <a:ext cx="4160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5A5A5A"/>
                </a:solidFill>
              </a:defRPr>
            </a:pPr>
            <a:r>
              <a:t>Cartón 81/150</a:t>
            </a:r>
          </a:p>
        </p:txBody>
      </p:sp>
      <p:sp>
        <p:nvSpPr>
          <p:cNvPr id="7" name="Rectangle 6"/>
          <p:cNvSpPr/>
          <p:nvPr/>
        </p:nvSpPr>
        <p:spPr>
          <a:xfrm>
            <a:off x="182880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0312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22. Daddy Yankee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Gasolina</a:t>
            </a:r>
          </a:p>
        </p:txBody>
      </p:sp>
      <p:sp>
        <p:nvSpPr>
          <p:cNvPr id="9" name="Rectangle 8"/>
          <p:cNvSpPr/>
          <p:nvPr/>
        </p:nvSpPr>
        <p:spPr>
          <a:xfrm>
            <a:off x="1600200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27632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18. Amaral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Mis amigos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017520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44952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25. Los refrescos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Aquí no hay playa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2880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10312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19. Myke Towers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Esa Falda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600200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27632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7. Raphael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 gran noche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017520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44952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5. Isabel Aaiun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himno de mi peña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82880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10312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9. Radio Futura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Escuela de Calor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600200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627632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38. David Civera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 la detengan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017520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044952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49. ROSÉ &amp; Bruno Mars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APT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82880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10312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20. La pegatina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Mari Carmen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600200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627632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29. Luck 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morocha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017520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044952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11. Baby Lores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mujer del pelotero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#081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736592" y="137160"/>
            <a:ext cx="4160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5A5A5A"/>
                </a:solidFill>
              </a:defRPr>
            </a:pPr>
            <a:r>
              <a:t>Cartón 82/150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690872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718304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3. El Consorcio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Chacacha del Tren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08192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135624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23. King 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Paquito el Chocolatero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525512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552944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31. Lola Indigo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reina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690872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718304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13. Nino Bravo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Libre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108192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135624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16. Izal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Mujer de Verde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525512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552944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21. Gente de zona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Gozadera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690872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718304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10. CNCO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Reguetón Lento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108192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135624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12. Joaquín Sabina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 nos dieron las 10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525512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552944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44. David Bisbal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 Tu la Quieres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690872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718304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2. La Oreja de Van Gogh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Rosas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108192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135624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35. Las ketchup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Asereje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525512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552944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29. Luck 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morocha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#082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228600" y="2971800"/>
            <a:ext cx="4160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5A5A5A"/>
                </a:solidFill>
              </a:defRPr>
            </a:pPr>
            <a:r>
              <a:t>Cartón 83/150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82880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10312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22. Daddy Yankee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Gasolina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600200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627632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15. Pereza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Princesa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017520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044952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16. Izal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Mujer de Verde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82880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10312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28. Shakira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 Tipos Como Tú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600200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627632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30. José Luis Perales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Un Velero Llamado Libertad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017520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044952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40. Vicco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Nochentera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82880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210312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14. Don Omar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Danza Kuduro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600200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627632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8. Alaska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 quien le importa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017520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044952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43. El simbolo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Levantando las manos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82880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210312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47. Sebastian Yatra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Tacones rojos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600200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627632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33. Proyecto Uno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Tiburón</a:t>
            </a:r>
          </a:p>
        </p:txBody>
      </p:sp>
      <p:sp>
        <p:nvSpPr>
          <p:cNvPr id="85" name="Rectangle 84"/>
          <p:cNvSpPr/>
          <p:nvPr/>
        </p:nvSpPr>
        <p:spPr>
          <a:xfrm>
            <a:off x="3017520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3044952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37. La fiesta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Quiero montarme en tu velero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#083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9" name="Rectangle 88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4736592" y="2971800"/>
            <a:ext cx="4160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5A5A5A"/>
                </a:solidFill>
              </a:defRPr>
            </a:pPr>
            <a:r>
              <a:t>Cartón 84/150</a:t>
            </a:r>
          </a:p>
        </p:txBody>
      </p:sp>
      <p:sp>
        <p:nvSpPr>
          <p:cNvPr id="91" name="Rectangle 90"/>
          <p:cNvSpPr/>
          <p:nvPr/>
        </p:nvSpPr>
        <p:spPr>
          <a:xfrm>
            <a:off x="4690872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4718304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19. Myke Towers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Esa Falda</a:t>
            </a:r>
          </a:p>
        </p:txBody>
      </p:sp>
      <p:sp>
        <p:nvSpPr>
          <p:cNvPr id="93" name="Rectangle 92"/>
          <p:cNvSpPr/>
          <p:nvPr/>
        </p:nvSpPr>
        <p:spPr>
          <a:xfrm>
            <a:off x="6108192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6135624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3. El Consorcio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Chacacha del Tren</a:t>
            </a:r>
          </a:p>
        </p:txBody>
      </p:sp>
      <p:sp>
        <p:nvSpPr>
          <p:cNvPr id="95" name="Rectangle 94"/>
          <p:cNvSpPr/>
          <p:nvPr/>
        </p:nvSpPr>
        <p:spPr>
          <a:xfrm>
            <a:off x="7525512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7552944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30. José Luis Perales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Un Velero Llamado Libertad</a:t>
            </a:r>
          </a:p>
        </p:txBody>
      </p:sp>
      <p:sp>
        <p:nvSpPr>
          <p:cNvPr id="97" name="Rectangle 96"/>
          <p:cNvSpPr/>
          <p:nvPr/>
        </p:nvSpPr>
        <p:spPr>
          <a:xfrm>
            <a:off x="4690872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4718304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45. King 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Bomba</a:t>
            </a:r>
          </a:p>
        </p:txBody>
      </p:sp>
      <p:sp>
        <p:nvSpPr>
          <p:cNvPr id="99" name="Rectangle 98"/>
          <p:cNvSpPr/>
          <p:nvPr/>
        </p:nvSpPr>
        <p:spPr>
          <a:xfrm>
            <a:off x="6108192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6135624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11. Baby Lores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mujer del pelotero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7525512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7552944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35. Las ketchup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Asereje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4690872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4718304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20. La pegatina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Mari Carmen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6108192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6135624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24. El Canto del Loco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Zapatillas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7525512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7552944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26. Aitana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Las Babys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4690872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4718304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41. Camela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Cuando zarpa el amor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108192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135624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32. Melendi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Caminando por la vida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7525512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7552944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27. Chocolate Latino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Mayonesa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#084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21 de 38 · bingomusicalgratis.es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91440"/>
            <a:ext cx="2962656" cy="1975104"/>
          </a:xfrm>
          <a:prstGeom prst="rect">
            <a:avLst/>
          </a:prstGeom>
        </p:spPr>
      </p:pic>
      <p:pic>
        <p:nvPicPr>
          <p:cNvPr id="3" name="Picture 2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5803" y="91440"/>
            <a:ext cx="2675317" cy="76809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3C3C3C"/>
                </a:solidFill>
              </a:defRPr>
            </a:pPr>
            <a:r>
              <a:t>🎵 BINGO MUSICAL - Comisión de fiestas de Cañaveras - Medianos (12 canciones)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37160"/>
            <a:ext cx="4160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5A5A5A"/>
                </a:solidFill>
              </a:defRPr>
            </a:pPr>
            <a:r>
              <a:t>Cartón 85/150</a:t>
            </a:r>
          </a:p>
        </p:txBody>
      </p:sp>
      <p:sp>
        <p:nvSpPr>
          <p:cNvPr id="7" name="Rectangle 6"/>
          <p:cNvSpPr/>
          <p:nvPr/>
        </p:nvSpPr>
        <p:spPr>
          <a:xfrm>
            <a:off x="182880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0312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43. El simbolo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Levantando las manos</a:t>
            </a:r>
          </a:p>
        </p:txBody>
      </p:sp>
      <p:sp>
        <p:nvSpPr>
          <p:cNvPr id="9" name="Rectangle 8"/>
          <p:cNvSpPr/>
          <p:nvPr/>
        </p:nvSpPr>
        <p:spPr>
          <a:xfrm>
            <a:off x="1600200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27632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6. Georgie Dann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Barbacoa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017520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44952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47. Sebastian Yatra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Tacones rojos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2880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10312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18. Amaral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Mis amigos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600200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27632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44. David Bisbal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 Tu la Quieres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017520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44952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22. Daddy Yankee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Gasolina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82880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10312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36. Karol 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 antes te hubiera conocido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600200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627632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26. Aitana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Las Babys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017520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044952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48. Juan Magan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Ayer la vi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82880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10312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46. Katy Perry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Roar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600200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627632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14. Don Omar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Danza Kuduro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017520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044952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1. Los Del Rio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Macarena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#085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736592" y="137160"/>
            <a:ext cx="4160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5A5A5A"/>
                </a:solidFill>
              </a:defRPr>
            </a:pPr>
            <a:r>
              <a:t>Cartón 86/150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690872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718304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45. King 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Bomba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08192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135624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3. El Consorcio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Chacacha del Tren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525512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552944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18. Amaral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Mis amigos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690872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718304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17. Zapato veloz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Tractor amarillo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108192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135624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27. Chocolate Latino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Mayonesa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525512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552944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6. Georgie Dann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Barbacoa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690872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718304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12. Joaquín Sabina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 nos dieron las 10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108192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135624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39. Paulina Rubio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 yo sigo aquí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525512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552944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42. Bad Bunny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Yo perreo sola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690872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718304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9. Radio Futura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Escuela de Calor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108192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135624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21. Gente de zona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Gozadera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525512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552944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10. CNCO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Reguetón Lento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#086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228600" y="2971800"/>
            <a:ext cx="4160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5A5A5A"/>
                </a:solidFill>
              </a:defRPr>
            </a:pPr>
            <a:r>
              <a:t>Cartón 87/150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82880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10312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31. Lola Indigo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reina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600200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627632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34. Estopa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Por la Raja de tu Falda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017520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044952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38. David Civera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 la detengan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82880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10312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47. Sebastian Yatra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Tacones rojos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600200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627632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43. El simbolo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Levantando las manos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017520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044952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28. Shakira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 Tipos Como Tú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82880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210312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30. José Luis Perales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Un Velero Llamado Libertad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600200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627632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35. Las ketchup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Asereje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017520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044952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2. La Oreja de Van Gogh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Rosas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82880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210312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23. King 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Paquito el Chocolatero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600200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627632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48. Juan Magan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Ayer la vi</a:t>
            </a:r>
          </a:p>
        </p:txBody>
      </p:sp>
      <p:sp>
        <p:nvSpPr>
          <p:cNvPr id="85" name="Rectangle 84"/>
          <p:cNvSpPr/>
          <p:nvPr/>
        </p:nvSpPr>
        <p:spPr>
          <a:xfrm>
            <a:off x="3017520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3044952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36. Karol 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 antes te hubiera conocido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#087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9" name="Rectangle 88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4736592" y="2971800"/>
            <a:ext cx="4160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5A5A5A"/>
                </a:solidFill>
              </a:defRPr>
            </a:pPr>
            <a:r>
              <a:t>Cartón 88/150</a:t>
            </a:r>
          </a:p>
        </p:txBody>
      </p:sp>
      <p:sp>
        <p:nvSpPr>
          <p:cNvPr id="91" name="Rectangle 90"/>
          <p:cNvSpPr/>
          <p:nvPr/>
        </p:nvSpPr>
        <p:spPr>
          <a:xfrm>
            <a:off x="4690872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4718304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34. Estopa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Por la Raja de tu Falda</a:t>
            </a:r>
          </a:p>
        </p:txBody>
      </p:sp>
      <p:sp>
        <p:nvSpPr>
          <p:cNvPr id="93" name="Rectangle 92"/>
          <p:cNvSpPr/>
          <p:nvPr/>
        </p:nvSpPr>
        <p:spPr>
          <a:xfrm>
            <a:off x="6108192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6135624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19. Myke Towers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Esa Falda</a:t>
            </a:r>
          </a:p>
        </p:txBody>
      </p:sp>
      <p:sp>
        <p:nvSpPr>
          <p:cNvPr id="95" name="Rectangle 94"/>
          <p:cNvSpPr/>
          <p:nvPr/>
        </p:nvSpPr>
        <p:spPr>
          <a:xfrm>
            <a:off x="7525512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7552944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12. Joaquín Sabina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 nos dieron las 10</a:t>
            </a:r>
          </a:p>
        </p:txBody>
      </p:sp>
      <p:sp>
        <p:nvSpPr>
          <p:cNvPr id="97" name="Rectangle 96"/>
          <p:cNvSpPr/>
          <p:nvPr/>
        </p:nvSpPr>
        <p:spPr>
          <a:xfrm>
            <a:off x="4690872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4718304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39. Paulina Rubio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 yo sigo aquí</a:t>
            </a:r>
          </a:p>
        </p:txBody>
      </p:sp>
      <p:sp>
        <p:nvSpPr>
          <p:cNvPr id="99" name="Rectangle 98"/>
          <p:cNvSpPr/>
          <p:nvPr/>
        </p:nvSpPr>
        <p:spPr>
          <a:xfrm>
            <a:off x="6108192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6135624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24. El Canto del Loco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Zapatillas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7525512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7552944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9. Radio Futura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Escuela de Calor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4690872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4718304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36. Karol 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 antes te hubiera conocido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6108192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6135624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8. Alaska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 quien le importa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7525512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7552944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15. Pereza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Princesa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4690872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4718304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2. La Oreja de Van Gogh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Rosas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108192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135624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29. Luck 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morocha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7525512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7552944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5. Isabel Aaiun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himno de mi peña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#088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22 de 38 · bingomusicalgratis.es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91440"/>
            <a:ext cx="2962656" cy="1975104"/>
          </a:xfrm>
          <a:prstGeom prst="rect">
            <a:avLst/>
          </a:prstGeom>
        </p:spPr>
      </p:pic>
      <p:pic>
        <p:nvPicPr>
          <p:cNvPr id="3" name="Picture 2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5803" y="91440"/>
            <a:ext cx="2675317" cy="76809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3C3C3C"/>
                </a:solidFill>
              </a:defRPr>
            </a:pPr>
            <a:r>
              <a:t>🎵 BINGO MUSICAL - Comisión de fiestas de Cañaveras - Medianos (12 canciones)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37160"/>
            <a:ext cx="4160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5A5A5A"/>
                </a:solidFill>
              </a:defRPr>
            </a:pPr>
            <a:r>
              <a:t>Cartón 89/150</a:t>
            </a:r>
          </a:p>
        </p:txBody>
      </p:sp>
      <p:sp>
        <p:nvSpPr>
          <p:cNvPr id="7" name="Rectangle 6"/>
          <p:cNvSpPr/>
          <p:nvPr/>
        </p:nvSpPr>
        <p:spPr>
          <a:xfrm>
            <a:off x="182880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0312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3. El Consorcio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Chacacha del Tren</a:t>
            </a:r>
          </a:p>
        </p:txBody>
      </p:sp>
      <p:sp>
        <p:nvSpPr>
          <p:cNvPr id="9" name="Rectangle 8"/>
          <p:cNvSpPr/>
          <p:nvPr/>
        </p:nvSpPr>
        <p:spPr>
          <a:xfrm>
            <a:off x="1600200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27632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16. Izal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Mujer de Verde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017520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44952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25. Los refrescos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Aquí no hay playa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2880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10312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38. David Civera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 la detengan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600200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27632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34. Estopa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Por la Raja de tu Falda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017520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44952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11. Baby Lores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mujer del pelotero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82880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10312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20. La pegatina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Mari Carmen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600200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627632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13. Nino Bravo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Libre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017520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044952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22. Daddy Yankee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Gasolina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82880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10312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49. ROSÉ &amp; Bruno Mars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APT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600200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627632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46. Katy Perry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Roar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017520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044952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40. Vicco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Nochentera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#089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736592" y="137160"/>
            <a:ext cx="4160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5A5A5A"/>
                </a:solidFill>
              </a:defRPr>
            </a:pPr>
            <a:r>
              <a:t>Cartón 90/150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690872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718304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35. Las ketchup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Asereje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08192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135624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37. La fiesta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Quiero montarme en tu velero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525512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552944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23. King 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Paquito el Chocolatero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690872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718304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14. Don Omar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Danza Kuduro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108192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135624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32. Melendi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Caminando por la vida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525512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552944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7. Raphael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 gran noche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690872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718304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49. ROSÉ &amp; Bruno Mars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APT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108192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135624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25. Los refrescos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Aquí no hay playa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525512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552944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5. Isabel Aaiun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himno de mi peña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690872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718304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38. David Civera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 la detengan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108192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135624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8. Alaska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 quien le importa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525512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552944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26. Aitana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Las Babys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#090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228600" y="2971800"/>
            <a:ext cx="4160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5A5A5A"/>
                </a:solidFill>
              </a:defRPr>
            </a:pPr>
            <a:r>
              <a:t>Cartón 91/150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82880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10312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29. Luck 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morocha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600200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627632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41. Camela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Cuando zarpa el amor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017520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044952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31. Lola Indigo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reina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82880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10312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5. Isabel Aaiun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himno de mi peña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600200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627632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4. Coyote Dax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No Rompas Más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017520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044952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15. Pereza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Princesa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82880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210312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45. King 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Bomba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600200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627632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33. Proyecto Uno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Tiburón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017520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044952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10. CNCO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Reguetón Lento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82880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210312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1. Los Del Rio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Macarena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600200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627632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30. José Luis Perales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Un Velero Llamado Libertad</a:t>
            </a:r>
          </a:p>
        </p:txBody>
      </p:sp>
      <p:sp>
        <p:nvSpPr>
          <p:cNvPr id="85" name="Rectangle 84"/>
          <p:cNvSpPr/>
          <p:nvPr/>
        </p:nvSpPr>
        <p:spPr>
          <a:xfrm>
            <a:off x="3017520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3044952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7. Raphael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 gran noche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#091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9" name="Rectangle 88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4736592" y="2971800"/>
            <a:ext cx="4160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5A5A5A"/>
                </a:solidFill>
              </a:defRPr>
            </a:pPr>
            <a:r>
              <a:t>Cartón 92/150</a:t>
            </a:r>
          </a:p>
        </p:txBody>
      </p:sp>
      <p:sp>
        <p:nvSpPr>
          <p:cNvPr id="91" name="Rectangle 90"/>
          <p:cNvSpPr/>
          <p:nvPr/>
        </p:nvSpPr>
        <p:spPr>
          <a:xfrm>
            <a:off x="4690872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4718304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36. Karol 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 antes te hubiera conocido</a:t>
            </a:r>
          </a:p>
        </p:txBody>
      </p:sp>
      <p:sp>
        <p:nvSpPr>
          <p:cNvPr id="93" name="Rectangle 92"/>
          <p:cNvSpPr/>
          <p:nvPr/>
        </p:nvSpPr>
        <p:spPr>
          <a:xfrm>
            <a:off x="6108192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6135624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42. Bad Bunny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Yo perreo sola</a:t>
            </a:r>
          </a:p>
        </p:txBody>
      </p:sp>
      <p:sp>
        <p:nvSpPr>
          <p:cNvPr id="95" name="Rectangle 94"/>
          <p:cNvSpPr/>
          <p:nvPr/>
        </p:nvSpPr>
        <p:spPr>
          <a:xfrm>
            <a:off x="7525512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7552944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40. Vicco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Nochentera</a:t>
            </a:r>
          </a:p>
        </p:txBody>
      </p:sp>
      <p:sp>
        <p:nvSpPr>
          <p:cNvPr id="97" name="Rectangle 96"/>
          <p:cNvSpPr/>
          <p:nvPr/>
        </p:nvSpPr>
        <p:spPr>
          <a:xfrm>
            <a:off x="4690872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4718304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27. Chocolate Latino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Mayonesa</a:t>
            </a:r>
          </a:p>
        </p:txBody>
      </p:sp>
      <p:sp>
        <p:nvSpPr>
          <p:cNvPr id="99" name="Rectangle 98"/>
          <p:cNvSpPr/>
          <p:nvPr/>
        </p:nvSpPr>
        <p:spPr>
          <a:xfrm>
            <a:off x="6108192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6135624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16. Izal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Mujer de Verde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7525512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7552944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47. Sebastian Yatra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Tacones rojos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4690872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4718304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17. Zapato veloz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Tractor amarillo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6108192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6135624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10. CNCO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Reguetón Lento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7525512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7552944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48. Juan Magan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Ayer la vi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4690872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4718304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12. Joaquín Sabina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 nos dieron las 10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108192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135624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3. El Consorcio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Chacacha del Tren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7525512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7552944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18. Amaral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Mis amigos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#092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23 de 38 · bingomusicalgratis.es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91440"/>
            <a:ext cx="2962656" cy="1975104"/>
          </a:xfrm>
          <a:prstGeom prst="rect">
            <a:avLst/>
          </a:prstGeom>
        </p:spPr>
      </p:pic>
      <p:pic>
        <p:nvPicPr>
          <p:cNvPr id="3" name="Picture 2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5803" y="91440"/>
            <a:ext cx="2675317" cy="76809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3C3C3C"/>
                </a:solidFill>
              </a:defRPr>
            </a:pPr>
            <a:r>
              <a:t>🎵 BINGO MUSICAL - Comisión de fiestas de Cañaveras - Medianos (12 canciones)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37160"/>
            <a:ext cx="4160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5A5A5A"/>
                </a:solidFill>
              </a:defRPr>
            </a:pPr>
            <a:r>
              <a:t>Cartón 93/150</a:t>
            </a:r>
          </a:p>
        </p:txBody>
      </p:sp>
      <p:sp>
        <p:nvSpPr>
          <p:cNvPr id="7" name="Rectangle 6"/>
          <p:cNvSpPr/>
          <p:nvPr/>
        </p:nvSpPr>
        <p:spPr>
          <a:xfrm>
            <a:off x="182880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0312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46. Katy Perry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Roar</a:t>
            </a:r>
          </a:p>
        </p:txBody>
      </p:sp>
      <p:sp>
        <p:nvSpPr>
          <p:cNvPr id="9" name="Rectangle 8"/>
          <p:cNvSpPr/>
          <p:nvPr/>
        </p:nvSpPr>
        <p:spPr>
          <a:xfrm>
            <a:off x="1600200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27632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26. Aitana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Las Babys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017520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44952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35. Las ketchup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Asereje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2880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10312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11. Baby Lores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mujer del pelotero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600200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27632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28. Shakira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 Tipos Como Tú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017520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44952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13. Nino Bravo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Libre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82880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10312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17. Zapato veloz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Tractor amarillo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600200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627632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44. David Bisbal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 Tu la Quieres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017520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044952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47. Sebastian Yatra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Tacones rojos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82880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10312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24. El Canto del Loco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Zapatillas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600200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627632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25. Los refrescos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Aquí no hay playa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017520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044952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43. El simbolo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Levantando las manos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#093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736592" y="137160"/>
            <a:ext cx="4160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5A5A5A"/>
                </a:solidFill>
              </a:defRPr>
            </a:pPr>
            <a:r>
              <a:t>Cartón 94/150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690872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718304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6. Georgie Dann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Barbacoa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08192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135624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4. Coyote Dax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No Rompas Más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525512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552944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39. Paulina Rubio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 yo sigo aquí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690872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718304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30. José Luis Perales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Un Velero Llamado Libertad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108192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135624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19. Myke Towers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Esa Falda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525512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552944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41. Camela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Cuando zarpa el amor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690872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718304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5. Isabel Aaiun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himno de mi peña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108192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135624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21. Gente de zona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Gozadera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525512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552944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44. David Bisbal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 Tu la Quieres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690872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718304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9. Radio Futura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Escuela de Calor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108192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135624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43. El simbolo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Levantando las manos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525512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552944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24. El Canto del Loco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Zapatillas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#094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228600" y="2971800"/>
            <a:ext cx="4160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5A5A5A"/>
                </a:solidFill>
              </a:defRPr>
            </a:pPr>
            <a:r>
              <a:t>Cartón 95/150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82880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10312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37. La fiesta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Quiero montarme en tu velero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600200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627632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49. ROSÉ &amp; Bruno Mars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APT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017520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044952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28. Shakira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 Tipos Como Tú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82880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10312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39. Paulina Rubio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 yo sigo aquí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600200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627632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34. Estopa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Por la Raja de tu Falda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017520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044952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20. La pegatina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Mari Carmen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82880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210312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42. Bad Bunny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Yo perreo sola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600200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627632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17. Zapato veloz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Tractor amarillo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017520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044952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12. Joaquín Sabina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 nos dieron las 10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82880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210312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33. Proyecto Uno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Tiburón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600200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627632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36. Karol 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 antes te hubiera conocido</a:t>
            </a:r>
          </a:p>
        </p:txBody>
      </p:sp>
      <p:sp>
        <p:nvSpPr>
          <p:cNvPr id="85" name="Rectangle 84"/>
          <p:cNvSpPr/>
          <p:nvPr/>
        </p:nvSpPr>
        <p:spPr>
          <a:xfrm>
            <a:off x="3017520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3044952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10. CNCO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Reguetón Lento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#095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9" name="Rectangle 88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4736592" y="2971800"/>
            <a:ext cx="4160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5A5A5A"/>
                </a:solidFill>
              </a:defRPr>
            </a:pPr>
            <a:r>
              <a:t>Cartón 96/150</a:t>
            </a:r>
          </a:p>
        </p:txBody>
      </p:sp>
      <p:sp>
        <p:nvSpPr>
          <p:cNvPr id="91" name="Rectangle 90"/>
          <p:cNvSpPr/>
          <p:nvPr/>
        </p:nvSpPr>
        <p:spPr>
          <a:xfrm>
            <a:off x="4690872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4718304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6. Georgie Dann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Barbacoa</a:t>
            </a:r>
          </a:p>
        </p:txBody>
      </p:sp>
      <p:sp>
        <p:nvSpPr>
          <p:cNvPr id="93" name="Rectangle 92"/>
          <p:cNvSpPr/>
          <p:nvPr/>
        </p:nvSpPr>
        <p:spPr>
          <a:xfrm>
            <a:off x="6108192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6135624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35. Las ketchup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Asereje</a:t>
            </a:r>
          </a:p>
        </p:txBody>
      </p:sp>
      <p:sp>
        <p:nvSpPr>
          <p:cNvPr id="95" name="Rectangle 94"/>
          <p:cNvSpPr/>
          <p:nvPr/>
        </p:nvSpPr>
        <p:spPr>
          <a:xfrm>
            <a:off x="7525512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7552944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16. Izal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Mujer de Verde</a:t>
            </a:r>
          </a:p>
        </p:txBody>
      </p:sp>
      <p:sp>
        <p:nvSpPr>
          <p:cNvPr id="97" name="Rectangle 96"/>
          <p:cNvSpPr/>
          <p:nvPr/>
        </p:nvSpPr>
        <p:spPr>
          <a:xfrm>
            <a:off x="4690872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4718304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32. Melendi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Caminando por la vida</a:t>
            </a:r>
          </a:p>
        </p:txBody>
      </p:sp>
      <p:sp>
        <p:nvSpPr>
          <p:cNvPr id="99" name="Rectangle 98"/>
          <p:cNvSpPr/>
          <p:nvPr/>
        </p:nvSpPr>
        <p:spPr>
          <a:xfrm>
            <a:off x="6108192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6135624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38. David Civera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 la detengan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7525512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7552944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27. Chocolate Latino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Mayonesa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4690872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4718304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31. Lola Indigo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reina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6108192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6135624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45. King 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Bomba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7525512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7552944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40. Vicco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Nochentera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4690872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4718304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1. Los Del Rio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Macarena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108192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135624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4. Coyote Dax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No Rompas Más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7525512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7552944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14. Don Omar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Danza Kuduro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#096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24 de 38 · bingomusicalgratis.es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91440"/>
            <a:ext cx="2962656" cy="1975104"/>
          </a:xfrm>
          <a:prstGeom prst="rect">
            <a:avLst/>
          </a:prstGeom>
        </p:spPr>
      </p:pic>
      <p:pic>
        <p:nvPicPr>
          <p:cNvPr id="3" name="Picture 2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5803" y="91440"/>
            <a:ext cx="2675317" cy="76809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3C3C3C"/>
                </a:solidFill>
              </a:defRPr>
            </a:pPr>
            <a:r>
              <a:t>🎵 BINGO MUSICAL - Comisión de fiestas de Cañaveras - Medianos (12 canciones)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37160"/>
            <a:ext cx="4160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5A5A5A"/>
                </a:solidFill>
              </a:defRPr>
            </a:pPr>
            <a:r>
              <a:t>Cartón 97/150</a:t>
            </a:r>
          </a:p>
        </p:txBody>
      </p:sp>
      <p:sp>
        <p:nvSpPr>
          <p:cNvPr id="7" name="Rectangle 6"/>
          <p:cNvSpPr/>
          <p:nvPr/>
        </p:nvSpPr>
        <p:spPr>
          <a:xfrm>
            <a:off x="182880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0312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2. La Oreja de Van Gogh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Rosas</a:t>
            </a:r>
          </a:p>
        </p:txBody>
      </p:sp>
      <p:sp>
        <p:nvSpPr>
          <p:cNvPr id="9" name="Rectangle 8"/>
          <p:cNvSpPr/>
          <p:nvPr/>
        </p:nvSpPr>
        <p:spPr>
          <a:xfrm>
            <a:off x="1600200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27632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33. Proyecto Uno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Tiburón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017520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44952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16. Izal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Mujer de Verde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2880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10312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29. Luck 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morocha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600200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27632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19. Myke Towers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Esa Falda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017520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44952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32. Melendi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Caminando por la vida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82880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10312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20. La pegatina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Mari Carmen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600200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627632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42. Bad Bunny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Yo perreo sola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017520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044952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23. King 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Paquito el Chocolatero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82880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10312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48. Juan Magan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Ayer la vi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600200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627632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7. Raphael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 gran noche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017520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044952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27. Chocolate Latino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Mayonesa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#097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736592" y="137160"/>
            <a:ext cx="4160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5A5A5A"/>
                </a:solidFill>
              </a:defRPr>
            </a:pPr>
            <a:r>
              <a:t>Cartón 98/150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690872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718304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11. Baby Lores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mujer del pelotero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08192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135624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32. Melendi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Caminando por la vida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525512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552944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21. Gente de zona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Gozadera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690872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718304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1. Los Del Rio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Macarena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108192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135624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17. Zapato veloz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Tractor amarillo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525512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552944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37. La fiesta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Quiero montarme en tu velero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690872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718304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26. Aitana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Las Babys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108192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135624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9. Radio Futura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Escuela de Calor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525512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552944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33. Proyecto Uno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Tiburón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690872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718304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47. Sebastian Yatra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Tacones rojos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108192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135624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8. Alaska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 quien le importa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525512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552944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10. CNCO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Reguetón Lento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#098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228600" y="2971800"/>
            <a:ext cx="4160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5A5A5A"/>
                </a:solidFill>
              </a:defRPr>
            </a:pPr>
            <a:r>
              <a:t>Cartón 99/150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82880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10312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12. Joaquín Sabina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 nos dieron las 10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600200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627632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25. Los refrescos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Aquí no hay playa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017520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044952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18. Amaral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Mis amigos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82880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10312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22. Daddy Yankee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Gasolina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600200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627632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1. Los Del Rio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Macarena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017520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044952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14. Don Omar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Danza Kuduro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82880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210312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41. Camela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Cuando zarpa el amor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600200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627632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45. King 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Bomba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017520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044952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38. David Civera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 la detengan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82880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210312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9. Radio Futura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Escuela de Calor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600200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627632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5. Isabel Aaiun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himno de mi peña</a:t>
            </a:r>
          </a:p>
        </p:txBody>
      </p:sp>
      <p:sp>
        <p:nvSpPr>
          <p:cNvPr id="85" name="Rectangle 84"/>
          <p:cNvSpPr/>
          <p:nvPr/>
        </p:nvSpPr>
        <p:spPr>
          <a:xfrm>
            <a:off x="3017520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3044952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13. Nino Bravo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Libre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#099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9" name="Rectangle 88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4736592" y="2971800"/>
            <a:ext cx="4160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5A5A5A"/>
                </a:solidFill>
              </a:defRPr>
            </a:pPr>
            <a:r>
              <a:t>Cartón 100/150</a:t>
            </a:r>
          </a:p>
        </p:txBody>
      </p:sp>
      <p:sp>
        <p:nvSpPr>
          <p:cNvPr id="91" name="Rectangle 90"/>
          <p:cNvSpPr/>
          <p:nvPr/>
        </p:nvSpPr>
        <p:spPr>
          <a:xfrm>
            <a:off x="4690872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4718304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21. Gente de zona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Gozadera</a:t>
            </a:r>
          </a:p>
        </p:txBody>
      </p:sp>
      <p:sp>
        <p:nvSpPr>
          <p:cNvPr id="93" name="Rectangle 92"/>
          <p:cNvSpPr/>
          <p:nvPr/>
        </p:nvSpPr>
        <p:spPr>
          <a:xfrm>
            <a:off x="6108192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6135624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48. Juan Magan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Ayer la vi</a:t>
            </a:r>
          </a:p>
        </p:txBody>
      </p:sp>
      <p:sp>
        <p:nvSpPr>
          <p:cNvPr id="95" name="Rectangle 94"/>
          <p:cNvSpPr/>
          <p:nvPr/>
        </p:nvSpPr>
        <p:spPr>
          <a:xfrm>
            <a:off x="7525512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7552944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25. Los refrescos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Aquí no hay playa</a:t>
            </a:r>
          </a:p>
        </p:txBody>
      </p:sp>
      <p:sp>
        <p:nvSpPr>
          <p:cNvPr id="97" name="Rectangle 96"/>
          <p:cNvSpPr/>
          <p:nvPr/>
        </p:nvSpPr>
        <p:spPr>
          <a:xfrm>
            <a:off x="4690872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4718304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13. Nino Bravo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Libre</a:t>
            </a:r>
          </a:p>
        </p:txBody>
      </p:sp>
      <p:sp>
        <p:nvSpPr>
          <p:cNvPr id="99" name="Rectangle 98"/>
          <p:cNvSpPr/>
          <p:nvPr/>
        </p:nvSpPr>
        <p:spPr>
          <a:xfrm>
            <a:off x="6108192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6135624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2. La Oreja de Van Gogh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Rosas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7525512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7552944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41. Camela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Cuando zarpa el amor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4690872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4718304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30. José Luis Perales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Un Velero Llamado Libertad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6108192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6135624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46. Katy Perry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Roar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7525512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7552944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15. Pereza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Princesa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4690872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4718304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4. Coyote Dax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No Rompas Más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108192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135624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31. Lola Indigo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reina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7525512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7552944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1. Los Del Rio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Macarena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#100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25 de 38 · bingomusicalgratis.es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91440"/>
            <a:ext cx="2962656" cy="1975104"/>
          </a:xfrm>
          <a:prstGeom prst="rect">
            <a:avLst/>
          </a:prstGeom>
        </p:spPr>
      </p:pic>
      <p:pic>
        <p:nvPicPr>
          <p:cNvPr id="3" name="Picture 2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5803" y="91440"/>
            <a:ext cx="2675317" cy="76809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3C3C3C"/>
                </a:solidFill>
              </a:defRPr>
            </a:pPr>
            <a:r>
              <a:t>🎵 BINGO MUSICAL - Comisión de fiestas de Cañaveras - Medianos (12 canciones)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37160"/>
            <a:ext cx="4160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5A5A5A"/>
                </a:solidFill>
              </a:defRPr>
            </a:pPr>
            <a:r>
              <a:t>Cartón 101/150</a:t>
            </a:r>
          </a:p>
        </p:txBody>
      </p:sp>
      <p:sp>
        <p:nvSpPr>
          <p:cNvPr id="7" name="Rectangle 6"/>
          <p:cNvSpPr/>
          <p:nvPr/>
        </p:nvSpPr>
        <p:spPr>
          <a:xfrm>
            <a:off x="182880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0312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19. Myke Towers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Esa Falda</a:t>
            </a:r>
          </a:p>
        </p:txBody>
      </p:sp>
      <p:sp>
        <p:nvSpPr>
          <p:cNvPr id="9" name="Rectangle 8"/>
          <p:cNvSpPr/>
          <p:nvPr/>
        </p:nvSpPr>
        <p:spPr>
          <a:xfrm>
            <a:off x="1600200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27632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37. La fiesta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Quiero montarme en tu velero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017520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44952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39. Paulina Rubio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 yo sigo aquí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2880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10312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28. Shakira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 Tipos Como Tú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600200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27632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49. ROSÉ &amp; Bruno Mars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APT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017520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44952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30. José Luis Perales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Un Velero Llamado Libertad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82880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10312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11. Baby Lores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mujer del pelotero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600200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627632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7. Raphael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 gran noche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017520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044952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24. El Canto del Loco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Zapatillas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82880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10312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6. Georgie Dann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Barbacoa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600200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627632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26. Aitana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Las Babys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017520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044952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18. Amaral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Mis amigos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#101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736592" y="137160"/>
            <a:ext cx="4160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5A5A5A"/>
                </a:solidFill>
              </a:defRPr>
            </a:pPr>
            <a:r>
              <a:t>Cartón 102/150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690872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718304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34. Estopa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Por la Raja de tu Falda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08192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135624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20. La pegatina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Mari Carmen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525512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552944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9. Radio Futura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Escuela de Calor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690872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718304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3. El Consorcio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Chacacha del Tren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108192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135624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40. Vicco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Nochentera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525512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552944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25. Los refrescos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Aquí no hay playa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690872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718304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44. David Bisbal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 Tu la Quieres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108192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135624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43. El simbolo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Levantando las manos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525512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552944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29. Luck 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morocha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690872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718304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31. Lola Indigo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reina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108192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135624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42. Bad Bunny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Yo perreo sola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525512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552944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41. Camela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Cuando zarpa el amor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#102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228600" y="2971800"/>
            <a:ext cx="4160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5A5A5A"/>
                </a:solidFill>
              </a:defRPr>
            </a:pPr>
            <a:r>
              <a:t>Cartón 103/150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82880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10312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20. La pegatina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Mari Carmen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600200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627632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14. Don Omar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Danza Kuduro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017520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044952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23. King 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Paquito el Chocolatero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82880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10312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10. CNCO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Reguetón Lento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600200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627632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7. Raphael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 gran noche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017520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044952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4. Coyote Dax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No Rompas Más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82880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210312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35. Las ketchup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Asereje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600200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627632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15. Pereza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Princesa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017520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044952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22. Daddy Yankee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Gasolina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82880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210312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8. Alaska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 quien le importa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600200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627632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46. Katy Perry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Roar</a:t>
            </a:r>
          </a:p>
        </p:txBody>
      </p:sp>
      <p:sp>
        <p:nvSpPr>
          <p:cNvPr id="85" name="Rectangle 84"/>
          <p:cNvSpPr/>
          <p:nvPr/>
        </p:nvSpPr>
        <p:spPr>
          <a:xfrm>
            <a:off x="3017520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3044952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36. Karol 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 antes te hubiera conocido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#103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9" name="Rectangle 88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4736592" y="2971800"/>
            <a:ext cx="4160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5A5A5A"/>
                </a:solidFill>
              </a:defRPr>
            </a:pPr>
            <a:r>
              <a:t>Cartón 104/150</a:t>
            </a:r>
          </a:p>
        </p:txBody>
      </p:sp>
      <p:sp>
        <p:nvSpPr>
          <p:cNvPr id="91" name="Rectangle 90"/>
          <p:cNvSpPr/>
          <p:nvPr/>
        </p:nvSpPr>
        <p:spPr>
          <a:xfrm>
            <a:off x="4690872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4718304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45. King 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Bomba</a:t>
            </a:r>
          </a:p>
        </p:txBody>
      </p:sp>
      <p:sp>
        <p:nvSpPr>
          <p:cNvPr id="93" name="Rectangle 92"/>
          <p:cNvSpPr/>
          <p:nvPr/>
        </p:nvSpPr>
        <p:spPr>
          <a:xfrm>
            <a:off x="6108192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6135624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24. El Canto del Loco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Zapatillas</a:t>
            </a:r>
          </a:p>
        </p:txBody>
      </p:sp>
      <p:sp>
        <p:nvSpPr>
          <p:cNvPr id="95" name="Rectangle 94"/>
          <p:cNvSpPr/>
          <p:nvPr/>
        </p:nvSpPr>
        <p:spPr>
          <a:xfrm>
            <a:off x="7525512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7552944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43. El simbolo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Levantando las manos</a:t>
            </a:r>
          </a:p>
        </p:txBody>
      </p:sp>
      <p:sp>
        <p:nvSpPr>
          <p:cNvPr id="97" name="Rectangle 96"/>
          <p:cNvSpPr/>
          <p:nvPr/>
        </p:nvSpPr>
        <p:spPr>
          <a:xfrm>
            <a:off x="4690872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4718304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22. Daddy Yankee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Gasolina</a:t>
            </a:r>
          </a:p>
        </p:txBody>
      </p:sp>
      <p:sp>
        <p:nvSpPr>
          <p:cNvPr id="99" name="Rectangle 98"/>
          <p:cNvSpPr/>
          <p:nvPr/>
        </p:nvSpPr>
        <p:spPr>
          <a:xfrm>
            <a:off x="6108192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6135624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36. Karol 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 antes te hubiera conocido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7525512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7552944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26. Aitana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Las Babys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4690872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4718304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32. Melendi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Caminando por la vida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6108192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6135624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33. Proyecto Uno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Tiburón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7525512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7552944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2. La Oreja de Van Gogh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Rosas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4690872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4718304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39. Paulina Rubio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 yo sigo aquí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108192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135624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23. King 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Paquito el Chocolatero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7525512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7552944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16. Izal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Mujer de Verde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#104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26 de 38 · bingomusicalgratis.es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91440"/>
            <a:ext cx="2962656" cy="1975104"/>
          </a:xfrm>
          <a:prstGeom prst="rect">
            <a:avLst/>
          </a:prstGeom>
        </p:spPr>
      </p:pic>
      <p:pic>
        <p:nvPicPr>
          <p:cNvPr id="3" name="Picture 2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5803" y="91440"/>
            <a:ext cx="2675317" cy="76809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3C3C3C"/>
                </a:solidFill>
              </a:defRPr>
            </a:pPr>
            <a:r>
              <a:t>🎵 BINGO MUSICAL - Comisión de fiestas de Cañaveras - Medianos (12 canciones)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37160"/>
            <a:ext cx="4160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5A5A5A"/>
                </a:solidFill>
              </a:defRPr>
            </a:pPr>
            <a:r>
              <a:t>Cartón 105/150</a:t>
            </a:r>
          </a:p>
        </p:txBody>
      </p:sp>
      <p:sp>
        <p:nvSpPr>
          <p:cNvPr id="7" name="Rectangle 6"/>
          <p:cNvSpPr/>
          <p:nvPr/>
        </p:nvSpPr>
        <p:spPr>
          <a:xfrm>
            <a:off x="182880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0312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38. David Civera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 la detengan</a:t>
            </a:r>
          </a:p>
        </p:txBody>
      </p:sp>
      <p:sp>
        <p:nvSpPr>
          <p:cNvPr id="9" name="Rectangle 8"/>
          <p:cNvSpPr/>
          <p:nvPr/>
        </p:nvSpPr>
        <p:spPr>
          <a:xfrm>
            <a:off x="1600200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27632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4. Coyote Dax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No Rompas Más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017520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44952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15. Pereza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Princesa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2880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10312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18. Amaral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Mis amigos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600200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27632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28. Shakira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 Tipos Como Tú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017520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44952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12. Joaquín Sabina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 nos dieron las 10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82880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10312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13. Nino Bravo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Libre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600200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627632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47. Sebastian Yatra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Tacones rojos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017520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044952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9. Radio Futura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Escuela de Calor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82880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10312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34. Estopa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Por la Raja de tu Falda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600200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627632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46. Katy Perry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Roar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017520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044952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44. David Bisbal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 Tu la Quieres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#105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736592" y="137160"/>
            <a:ext cx="4160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5A5A5A"/>
                </a:solidFill>
              </a:defRPr>
            </a:pPr>
            <a:r>
              <a:t>Cartón 106/150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690872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718304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45. King 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Bomba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08192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135624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8. Alaska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 quien le importa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525512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552944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17. Zapato veloz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Tractor amarillo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690872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718304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19. Myke Towers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Esa Falda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108192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135624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3. El Consorcio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Chacacha del Tren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525512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552944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7. Raphael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 gran noche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690872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718304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27. Chocolate Latino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Mayonesa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108192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135624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35. Las ketchup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Asereje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525512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552944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21. Gente de zona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Gozadera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690872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718304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31. Lola Indigo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reina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108192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135624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6. Georgie Dann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Barbacoa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525512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552944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18. Amaral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Mis amigos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#106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228600" y="2971800"/>
            <a:ext cx="4160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5A5A5A"/>
                </a:solidFill>
              </a:defRPr>
            </a:pPr>
            <a:r>
              <a:t>Cartón 107/150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82880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10312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36. Karol 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 antes te hubiera conocido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600200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627632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37. La fiesta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Quiero montarme en tu velero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017520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044952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38. David Civera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 la detengan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82880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10312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23. King 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Paquito el Chocolatero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600200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627632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20. La pegatina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Mari Carmen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017520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044952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40. Vicco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Nochentera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82880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210312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5. Isabel Aaiun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himno de mi peña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600200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627632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43. El simbolo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Levantando las manos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017520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044952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48. Juan Magan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Ayer la vi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82880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210312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41. Camela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Cuando zarpa el amor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600200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627632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49. ROSÉ &amp; Bruno Mars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APT</a:t>
            </a:r>
          </a:p>
        </p:txBody>
      </p:sp>
      <p:sp>
        <p:nvSpPr>
          <p:cNvPr id="85" name="Rectangle 84"/>
          <p:cNvSpPr/>
          <p:nvPr/>
        </p:nvSpPr>
        <p:spPr>
          <a:xfrm>
            <a:off x="3017520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3044952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1. Los Del Rio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Macarena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#107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9" name="Rectangle 88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4736592" y="2971800"/>
            <a:ext cx="4160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5A5A5A"/>
                </a:solidFill>
              </a:defRPr>
            </a:pPr>
            <a:r>
              <a:t>Cartón 108/150</a:t>
            </a:r>
          </a:p>
        </p:txBody>
      </p:sp>
      <p:sp>
        <p:nvSpPr>
          <p:cNvPr id="91" name="Rectangle 90"/>
          <p:cNvSpPr/>
          <p:nvPr/>
        </p:nvSpPr>
        <p:spPr>
          <a:xfrm>
            <a:off x="4690872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4718304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33. Proyecto Uno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Tiburón</a:t>
            </a:r>
          </a:p>
        </p:txBody>
      </p:sp>
      <p:sp>
        <p:nvSpPr>
          <p:cNvPr id="93" name="Rectangle 92"/>
          <p:cNvSpPr/>
          <p:nvPr/>
        </p:nvSpPr>
        <p:spPr>
          <a:xfrm>
            <a:off x="6108192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6135624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29. Luck 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morocha</a:t>
            </a:r>
          </a:p>
        </p:txBody>
      </p:sp>
      <p:sp>
        <p:nvSpPr>
          <p:cNvPr id="95" name="Rectangle 94"/>
          <p:cNvSpPr/>
          <p:nvPr/>
        </p:nvSpPr>
        <p:spPr>
          <a:xfrm>
            <a:off x="7525512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7552944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25. Los refrescos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Aquí no hay playa</a:t>
            </a:r>
          </a:p>
        </p:txBody>
      </p:sp>
      <p:sp>
        <p:nvSpPr>
          <p:cNvPr id="97" name="Rectangle 96"/>
          <p:cNvSpPr/>
          <p:nvPr/>
        </p:nvSpPr>
        <p:spPr>
          <a:xfrm>
            <a:off x="4690872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4718304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4. Coyote Dax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No Rompas Más</a:t>
            </a:r>
          </a:p>
        </p:txBody>
      </p:sp>
      <p:sp>
        <p:nvSpPr>
          <p:cNvPr id="99" name="Rectangle 98"/>
          <p:cNvSpPr/>
          <p:nvPr/>
        </p:nvSpPr>
        <p:spPr>
          <a:xfrm>
            <a:off x="6108192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6135624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40. Vicco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Nochentera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7525512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7552944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44. David Bisbal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 Tu la Quieres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4690872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4718304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2. La Oreja de Van Gogh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Rosas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6108192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6135624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12. Joaquín Sabina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 nos dieron las 10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7525512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7552944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5. Isabel Aaiun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himno de mi peña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4690872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4718304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30. José Luis Perales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Un Velero Llamado Libertad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108192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135624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21. Gente de zona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Gozadera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7525512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7552944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11. Baby Lores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mujer del pelotero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#108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27 de 38 · bingomusicalgratis.es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91440"/>
            <a:ext cx="2962656" cy="1975104"/>
          </a:xfrm>
          <a:prstGeom prst="rect">
            <a:avLst/>
          </a:prstGeom>
        </p:spPr>
      </p:pic>
      <p:pic>
        <p:nvPicPr>
          <p:cNvPr id="3" name="Picture 2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5803" y="91440"/>
            <a:ext cx="2675317" cy="76809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3C3C3C"/>
                </a:solidFill>
              </a:defRPr>
            </a:pPr>
            <a:r>
              <a:t>🎵 BINGO MUSICAL - Comisión de fiestas de Cañaveras - Medianos (12 canciones)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37160"/>
            <a:ext cx="4160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5A5A5A"/>
                </a:solidFill>
              </a:defRPr>
            </a:pPr>
            <a:r>
              <a:t>Cartón 109/150</a:t>
            </a:r>
          </a:p>
        </p:txBody>
      </p:sp>
      <p:sp>
        <p:nvSpPr>
          <p:cNvPr id="7" name="Rectangle 6"/>
          <p:cNvSpPr/>
          <p:nvPr/>
        </p:nvSpPr>
        <p:spPr>
          <a:xfrm>
            <a:off x="182880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0312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2. La Oreja de Van Gogh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Rosas</a:t>
            </a:r>
          </a:p>
        </p:txBody>
      </p:sp>
      <p:sp>
        <p:nvSpPr>
          <p:cNvPr id="9" name="Rectangle 8"/>
          <p:cNvSpPr/>
          <p:nvPr/>
        </p:nvSpPr>
        <p:spPr>
          <a:xfrm>
            <a:off x="1600200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27632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48. Juan Magan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Ayer la vi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017520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44952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8. Alaska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 quien le importa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2880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10312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46. Katy Perry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Roar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600200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27632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28. Shakira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 Tipos Como Tú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017520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44952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24. El Canto del Loco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Zapatillas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82880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10312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29. Luck 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morocha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600200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627632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44. David Bisbal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 Tu la Quieres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017520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044952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47. Sebastian Yatra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Tacones rojos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82880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10312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22. Daddy Yankee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Gasolina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600200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627632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27. Chocolate Latino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Mayonesa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017520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044952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15. Pereza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Princesa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#109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736592" y="137160"/>
            <a:ext cx="4160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5A5A5A"/>
                </a:solidFill>
              </a:defRPr>
            </a:pPr>
            <a:r>
              <a:t>Cartón 110/150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690872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718304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40. Vicco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Nochentera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08192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135624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26. Aitana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Las Babys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525512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552944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2. La Oreja de Van Gogh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Rosas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690872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718304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11. Baby Lores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mujer del pelotero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108192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135624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12. Joaquín Sabina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 nos dieron las 10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525512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552944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35. Las ketchup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Asereje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690872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718304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42. Bad Bunny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Yo perreo sola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108192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135624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27. Chocolate Latino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Mayonesa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525512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552944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6. Georgie Dann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Barbacoa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690872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718304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49. ROSÉ &amp; Bruno Mars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APT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108192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135624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19. Myke Towers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Esa Falda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525512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552944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13. Nino Bravo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Libre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#110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228600" y="2971800"/>
            <a:ext cx="4160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5A5A5A"/>
                </a:solidFill>
              </a:defRPr>
            </a:pPr>
            <a:r>
              <a:t>Cartón 111/150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82880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10312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18. Amaral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Mis amigos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600200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627632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1. Los Del Rio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Macarena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017520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044952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43. El simbolo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Levantando las manos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82880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10312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37. La fiesta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Quiero montarme en tu velero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600200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627632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34. Estopa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Por la Raja de tu Falda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017520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044952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26. Aitana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Las Babys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82880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210312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42. Bad Bunny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Yo perreo sola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600200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627632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14. Don Omar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Danza Kuduro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017520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044952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24. El Canto del Loco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Zapatillas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82880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210312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39. Paulina Rubio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 yo sigo aquí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600200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627632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10. CNCO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Reguetón Lento</a:t>
            </a:r>
          </a:p>
        </p:txBody>
      </p:sp>
      <p:sp>
        <p:nvSpPr>
          <p:cNvPr id="85" name="Rectangle 84"/>
          <p:cNvSpPr/>
          <p:nvPr/>
        </p:nvSpPr>
        <p:spPr>
          <a:xfrm>
            <a:off x="3017520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3044952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48. Juan Magan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Ayer la vi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#111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9" name="Rectangle 88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4736592" y="2971800"/>
            <a:ext cx="4160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5A5A5A"/>
                </a:solidFill>
              </a:defRPr>
            </a:pPr>
            <a:r>
              <a:t>Cartón 112/150</a:t>
            </a:r>
          </a:p>
        </p:txBody>
      </p:sp>
      <p:sp>
        <p:nvSpPr>
          <p:cNvPr id="91" name="Rectangle 90"/>
          <p:cNvSpPr/>
          <p:nvPr/>
        </p:nvSpPr>
        <p:spPr>
          <a:xfrm>
            <a:off x="4690872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4718304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3. El Consorcio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Chacacha del Tren</a:t>
            </a:r>
          </a:p>
        </p:txBody>
      </p:sp>
      <p:sp>
        <p:nvSpPr>
          <p:cNvPr id="93" name="Rectangle 92"/>
          <p:cNvSpPr/>
          <p:nvPr/>
        </p:nvSpPr>
        <p:spPr>
          <a:xfrm>
            <a:off x="6108192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6135624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45. King 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Bomba</a:t>
            </a:r>
          </a:p>
        </p:txBody>
      </p:sp>
      <p:sp>
        <p:nvSpPr>
          <p:cNvPr id="95" name="Rectangle 94"/>
          <p:cNvSpPr/>
          <p:nvPr/>
        </p:nvSpPr>
        <p:spPr>
          <a:xfrm>
            <a:off x="7525512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7552944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20. La pegatina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Mari Carmen</a:t>
            </a:r>
          </a:p>
        </p:txBody>
      </p:sp>
      <p:sp>
        <p:nvSpPr>
          <p:cNvPr id="97" name="Rectangle 96"/>
          <p:cNvSpPr/>
          <p:nvPr/>
        </p:nvSpPr>
        <p:spPr>
          <a:xfrm>
            <a:off x="4690872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4718304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32. Melendi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Caminando por la vida</a:t>
            </a:r>
          </a:p>
        </p:txBody>
      </p:sp>
      <p:sp>
        <p:nvSpPr>
          <p:cNvPr id="99" name="Rectangle 98"/>
          <p:cNvSpPr/>
          <p:nvPr/>
        </p:nvSpPr>
        <p:spPr>
          <a:xfrm>
            <a:off x="6108192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6135624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25. Los refrescos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Aquí no hay playa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7525512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7552944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33. Proyecto Uno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Tiburón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4690872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4718304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42. Bad Bunny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Yo perreo sola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6108192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6135624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27. Chocolate Latino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Mayonesa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7525512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7552944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41. Camela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Cuando zarpa el amor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4690872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4718304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15. Pereza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Princesa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108192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135624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19. Myke Towers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Esa Falda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7525512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7552944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17. Zapato veloz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Tractor amarillo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#112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28 de 38 · bingomusicalgratis.es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91440"/>
            <a:ext cx="2962656" cy="1975104"/>
          </a:xfrm>
          <a:prstGeom prst="rect">
            <a:avLst/>
          </a:prstGeom>
        </p:spPr>
      </p:pic>
      <p:pic>
        <p:nvPicPr>
          <p:cNvPr id="3" name="Picture 2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5803" y="91440"/>
            <a:ext cx="2675317" cy="76809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3C3C3C"/>
                </a:solidFill>
              </a:defRPr>
            </a:pPr>
            <a:r>
              <a:t>🎵 BINGO MUSICAL - Comisión de fiestas de Cañaveras - Medianos (12 canciones)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37160"/>
            <a:ext cx="4160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5A5A5A"/>
                </a:solidFill>
              </a:defRPr>
            </a:pPr>
            <a:r>
              <a:t>Cartón 113/150</a:t>
            </a:r>
          </a:p>
        </p:txBody>
      </p:sp>
      <p:sp>
        <p:nvSpPr>
          <p:cNvPr id="7" name="Rectangle 6"/>
          <p:cNvSpPr/>
          <p:nvPr/>
        </p:nvSpPr>
        <p:spPr>
          <a:xfrm>
            <a:off x="182880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0312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38. David Civera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 la detengan</a:t>
            </a:r>
          </a:p>
        </p:txBody>
      </p:sp>
      <p:sp>
        <p:nvSpPr>
          <p:cNvPr id="9" name="Rectangle 8"/>
          <p:cNvSpPr/>
          <p:nvPr/>
        </p:nvSpPr>
        <p:spPr>
          <a:xfrm>
            <a:off x="1600200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27632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39. Paulina Rubio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 yo sigo aquí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017520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44952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3. El Consorcio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Chacacha del Tren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2880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10312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23. King 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Paquito el Chocolatero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600200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27632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5. Isabel Aaiun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himno de mi peña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017520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44952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14. Don Omar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Danza Kuduro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82880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10312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7. Raphael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 gran noche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600200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627632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16. Izal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Mujer de Verde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017520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044952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10. CNCO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Reguetón Lento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82880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10312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30. José Luis Perales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Un Velero Llamado Libertad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600200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627632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45. King 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Bomba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017520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044952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47. Sebastian Yatra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Tacones rojos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#113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736592" y="137160"/>
            <a:ext cx="4160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5A5A5A"/>
                </a:solidFill>
              </a:defRPr>
            </a:pPr>
            <a:r>
              <a:t>Cartón 114/150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690872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718304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34. Estopa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Por la Raja de tu Falda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08192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135624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29. Luck 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morocha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525512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552944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49. ROSÉ &amp; Bruno Mars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APT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690872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718304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14. Don Omar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Danza Kuduro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108192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135624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25. Los refrescos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Aquí no hay playa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525512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552944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17. Zapato veloz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Tractor amarillo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690872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718304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31. Lola Indigo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reina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108192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135624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28. Shakira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 Tipos Como Tú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525512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552944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9. Radio Futura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Escuela de Calor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690872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718304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2. La Oreja de Van Gogh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Rosas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108192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135624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32. Melendi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Caminando por la vida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525512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552944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6. Georgie Dann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Barbacoa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#114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228600" y="2971800"/>
            <a:ext cx="4160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5A5A5A"/>
                </a:solidFill>
              </a:defRPr>
            </a:pPr>
            <a:r>
              <a:t>Cartón 115/150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82880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10312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41. Camela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Cuando zarpa el amor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600200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627632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13. Nino Bravo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Libre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017520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044952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36. Karol 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 antes te hubiera conocido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82880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10312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30. José Luis Perales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Un Velero Llamado Libertad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600200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627632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16. Izal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Mujer de Verde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017520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044952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20. La pegatina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Mari Carmen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82880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210312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37. La fiesta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Quiero montarme en tu velero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600200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627632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21. Gente de zona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Gozadera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017520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044952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11. Baby Lores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mujer del pelotero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82880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210312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7. Raphael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 gran noche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600200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627632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33. Proyecto Uno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Tiburón</a:t>
            </a:r>
          </a:p>
        </p:txBody>
      </p:sp>
      <p:sp>
        <p:nvSpPr>
          <p:cNvPr id="85" name="Rectangle 84"/>
          <p:cNvSpPr/>
          <p:nvPr/>
        </p:nvSpPr>
        <p:spPr>
          <a:xfrm>
            <a:off x="3017520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3044952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39. Paulina Rubio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 yo sigo aquí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#115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9" name="Rectangle 88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4736592" y="2971800"/>
            <a:ext cx="4160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5A5A5A"/>
                </a:solidFill>
              </a:defRPr>
            </a:pPr>
            <a:r>
              <a:t>Cartón 116/150</a:t>
            </a:r>
          </a:p>
        </p:txBody>
      </p:sp>
      <p:sp>
        <p:nvSpPr>
          <p:cNvPr id="91" name="Rectangle 90"/>
          <p:cNvSpPr/>
          <p:nvPr/>
        </p:nvSpPr>
        <p:spPr>
          <a:xfrm>
            <a:off x="4690872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4718304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40. Vicco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Nochentera</a:t>
            </a:r>
          </a:p>
        </p:txBody>
      </p:sp>
      <p:sp>
        <p:nvSpPr>
          <p:cNvPr id="93" name="Rectangle 92"/>
          <p:cNvSpPr/>
          <p:nvPr/>
        </p:nvSpPr>
        <p:spPr>
          <a:xfrm>
            <a:off x="6108192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6135624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22. Daddy Yankee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Gasolina</a:t>
            </a:r>
          </a:p>
        </p:txBody>
      </p:sp>
      <p:sp>
        <p:nvSpPr>
          <p:cNvPr id="95" name="Rectangle 94"/>
          <p:cNvSpPr/>
          <p:nvPr/>
        </p:nvSpPr>
        <p:spPr>
          <a:xfrm>
            <a:off x="7525512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7552944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48. Juan Magan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Ayer la vi</a:t>
            </a:r>
          </a:p>
        </p:txBody>
      </p:sp>
      <p:sp>
        <p:nvSpPr>
          <p:cNvPr id="97" name="Rectangle 96"/>
          <p:cNvSpPr/>
          <p:nvPr/>
        </p:nvSpPr>
        <p:spPr>
          <a:xfrm>
            <a:off x="4690872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4718304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17. Zapato veloz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Tractor amarillo</a:t>
            </a:r>
          </a:p>
        </p:txBody>
      </p:sp>
      <p:sp>
        <p:nvSpPr>
          <p:cNvPr id="99" name="Rectangle 98"/>
          <p:cNvSpPr/>
          <p:nvPr/>
        </p:nvSpPr>
        <p:spPr>
          <a:xfrm>
            <a:off x="6108192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6135624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5. Isabel Aaiun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himno de mi peña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7525512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7552944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10. CNCO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Reguetón Lento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4690872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4718304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29. Luck 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morocha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6108192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6135624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33. Proyecto Uno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Tiburón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7525512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7552944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46. Katy Perry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Roar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4690872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4718304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4. Coyote Dax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No Rompas Más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108192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135624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13. Nino Bravo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Libre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7525512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7552944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8. Alaska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 quien le importa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#116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29 de 38 · bingomusicalgratis.es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91440"/>
            <a:ext cx="2962656" cy="1975104"/>
          </a:xfrm>
          <a:prstGeom prst="rect">
            <a:avLst/>
          </a:prstGeom>
        </p:spPr>
      </p:pic>
      <p:pic>
        <p:nvPicPr>
          <p:cNvPr id="3" name="Picture 2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5803" y="91440"/>
            <a:ext cx="2675317" cy="76809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3C3C3C"/>
                </a:solidFill>
              </a:defRPr>
            </a:pPr>
            <a:r>
              <a:t>🎵 BINGO MUSICAL - Comisión de fiestas de Cañaveras - Medianos (12 canciones)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37160"/>
            <a:ext cx="4160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5A5A5A"/>
                </a:solidFill>
              </a:defRPr>
            </a:pPr>
            <a:r>
              <a:t>Cartón 117/150</a:t>
            </a:r>
          </a:p>
        </p:txBody>
      </p:sp>
      <p:sp>
        <p:nvSpPr>
          <p:cNvPr id="7" name="Rectangle 6"/>
          <p:cNvSpPr/>
          <p:nvPr/>
        </p:nvSpPr>
        <p:spPr>
          <a:xfrm>
            <a:off x="182880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0312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49. ROSÉ &amp; Bruno Mars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APT</a:t>
            </a:r>
          </a:p>
        </p:txBody>
      </p:sp>
      <p:sp>
        <p:nvSpPr>
          <p:cNvPr id="9" name="Rectangle 8"/>
          <p:cNvSpPr/>
          <p:nvPr/>
        </p:nvSpPr>
        <p:spPr>
          <a:xfrm>
            <a:off x="1600200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27632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38. David Civera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 la detengan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017520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44952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46. Katy Perry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Roar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2880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10312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35. Las ketchup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Asereje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600200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27632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25. Los refrescos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Aquí no hay playa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017520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44952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22. Daddy Yankee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Gasolina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82880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10312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28. Shakira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 Tipos Como Tú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600200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627632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6. Georgie Dann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Barbacoa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017520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044952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44. David Bisbal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 Tu la Quieres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82880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10312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11. Baby Lores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mujer del pelotero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600200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627632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47. Sebastian Yatra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Tacones rojos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017520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044952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36. Karol 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 antes te hubiera conocido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#117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736592" y="137160"/>
            <a:ext cx="4160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5A5A5A"/>
                </a:solidFill>
              </a:defRPr>
            </a:pPr>
            <a:r>
              <a:t>Cartón 118/150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690872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718304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26. Aitana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Las Babys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08192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135624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47. Sebastian Yatra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Tacones rojos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525512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552944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43. El simbolo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Levantando las manos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690872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718304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37. La fiesta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Quiero montarme en tu velero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108192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135624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34. Estopa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Por la Raja de tu Falda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525512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552944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12. Joaquín Sabina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 nos dieron las 10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690872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718304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30. José Luis Perales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Un Velero Llamado Libertad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108192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135624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3. El Consorcio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Chacacha del Tren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525512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552944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20. La pegatina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Mari Carmen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690872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718304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8. Alaska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 quien le importa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108192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135624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24. El Canto del Loco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Zapatillas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525512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552944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15. Pereza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Princesa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#118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228600" y="2971800"/>
            <a:ext cx="4160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5A5A5A"/>
                </a:solidFill>
              </a:defRPr>
            </a:pPr>
            <a:r>
              <a:t>Cartón 119/150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82880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10312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32. Melendi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Caminando por la vida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600200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627632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29. Luck 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morocha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017520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044952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39. Paulina Rubio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 yo sigo aquí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82880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10312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21. Gente de zona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Gozadera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600200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627632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45. King 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Bomba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017520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044952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48. Juan Magan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Ayer la vi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82880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210312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3. El Consorcio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Chacacha del Tren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600200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627632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8. Alaska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 quien le importa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017520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044952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23. King 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Paquito el Chocolatero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82880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210312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42. Bad Bunny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Yo perreo sola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600200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627632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16. Izal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Mujer de Verde</a:t>
            </a:r>
          </a:p>
        </p:txBody>
      </p:sp>
      <p:sp>
        <p:nvSpPr>
          <p:cNvPr id="85" name="Rectangle 84"/>
          <p:cNvSpPr/>
          <p:nvPr/>
        </p:nvSpPr>
        <p:spPr>
          <a:xfrm>
            <a:off x="3017520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3044952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1. Los Del Rio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Macarena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#119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9" name="Rectangle 88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4736592" y="2971800"/>
            <a:ext cx="4160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5A5A5A"/>
                </a:solidFill>
              </a:defRPr>
            </a:pPr>
            <a:r>
              <a:t>Cartón 120/150</a:t>
            </a:r>
          </a:p>
        </p:txBody>
      </p:sp>
      <p:sp>
        <p:nvSpPr>
          <p:cNvPr id="91" name="Rectangle 90"/>
          <p:cNvSpPr/>
          <p:nvPr/>
        </p:nvSpPr>
        <p:spPr>
          <a:xfrm>
            <a:off x="4690872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4718304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43. El simbolo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Levantando las manos</a:t>
            </a:r>
          </a:p>
        </p:txBody>
      </p:sp>
      <p:sp>
        <p:nvSpPr>
          <p:cNvPr id="93" name="Rectangle 92"/>
          <p:cNvSpPr/>
          <p:nvPr/>
        </p:nvSpPr>
        <p:spPr>
          <a:xfrm>
            <a:off x="6108192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6135624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41. Camela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Cuando zarpa el amor</a:t>
            </a:r>
          </a:p>
        </p:txBody>
      </p:sp>
      <p:sp>
        <p:nvSpPr>
          <p:cNvPr id="95" name="Rectangle 94"/>
          <p:cNvSpPr/>
          <p:nvPr/>
        </p:nvSpPr>
        <p:spPr>
          <a:xfrm>
            <a:off x="7525512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7552944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31. Lola Indigo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reina</a:t>
            </a:r>
          </a:p>
        </p:txBody>
      </p:sp>
      <p:sp>
        <p:nvSpPr>
          <p:cNvPr id="97" name="Rectangle 96"/>
          <p:cNvSpPr/>
          <p:nvPr/>
        </p:nvSpPr>
        <p:spPr>
          <a:xfrm>
            <a:off x="4690872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4718304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7. Raphael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 gran noche</a:t>
            </a:r>
          </a:p>
        </p:txBody>
      </p:sp>
      <p:sp>
        <p:nvSpPr>
          <p:cNvPr id="99" name="Rectangle 98"/>
          <p:cNvSpPr/>
          <p:nvPr/>
        </p:nvSpPr>
        <p:spPr>
          <a:xfrm>
            <a:off x="6108192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6135624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17. Zapato veloz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Tractor amarillo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7525512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7552944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21. Gente de zona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Gozadera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4690872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4718304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9. Radio Futura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Escuela de Calor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6108192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6135624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2. La Oreja de Van Gogh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Rosas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7525512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7552944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37. La fiesta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Quiero montarme en tu velero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4690872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4718304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14. Don Omar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Danza Kuduro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108192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135624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13. Nino Bravo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Libre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7525512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7552944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18. Amaral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Mis amigos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#120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30 de 38 · bingomusicalgratis.es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91440"/>
            <a:ext cx="2962656" cy="1975104"/>
          </a:xfrm>
          <a:prstGeom prst="rect">
            <a:avLst/>
          </a:prstGeom>
        </p:spPr>
      </p:pic>
      <p:pic>
        <p:nvPicPr>
          <p:cNvPr id="3" name="Picture 2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5803" y="91440"/>
            <a:ext cx="2675317" cy="76809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3C3C3C"/>
                </a:solidFill>
              </a:defRPr>
            </a:pPr>
            <a:r>
              <a:t>🎵 BINGO MUSICAL - Comisión de fiestas de Cañaveras - Medianos (12 canciones)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37160"/>
            <a:ext cx="4160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5A5A5A"/>
                </a:solidFill>
              </a:defRPr>
            </a:pPr>
            <a:r>
              <a:t>Cartón 121/150</a:t>
            </a:r>
          </a:p>
        </p:txBody>
      </p:sp>
      <p:sp>
        <p:nvSpPr>
          <p:cNvPr id="7" name="Rectangle 6"/>
          <p:cNvSpPr/>
          <p:nvPr/>
        </p:nvSpPr>
        <p:spPr>
          <a:xfrm>
            <a:off x="182880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0312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4. Coyote Dax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No Rompas Más</a:t>
            </a:r>
          </a:p>
        </p:txBody>
      </p:sp>
      <p:sp>
        <p:nvSpPr>
          <p:cNvPr id="9" name="Rectangle 8"/>
          <p:cNvSpPr/>
          <p:nvPr/>
        </p:nvSpPr>
        <p:spPr>
          <a:xfrm>
            <a:off x="1600200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27632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6. Georgie Dann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Barbacoa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017520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44952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35. Las ketchup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Asereje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2880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10312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32. Melendi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Caminando por la vida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600200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27632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23. King 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Paquito el Chocolatero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017520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44952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42. Bad Bunny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Yo perreo sola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82880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10312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27. Chocolate Latino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Mayonesa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600200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627632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26. Aitana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Las Babys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017520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044952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1. Los Del Rio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Macarena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82880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10312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49. ROSÉ &amp; Bruno Mars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APT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600200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627632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19. Myke Towers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Esa Falda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017520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044952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47. Sebastian Yatra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Tacones rojos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#121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736592" y="137160"/>
            <a:ext cx="4160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5A5A5A"/>
                </a:solidFill>
              </a:defRPr>
            </a:pPr>
            <a:r>
              <a:t>Cartón 122/150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690872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718304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45. King 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Bomba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08192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135624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34. Estopa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Por la Raja de tu Falda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525512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552944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9. Radio Futura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Escuela de Calor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690872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718304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44. David Bisbal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 Tu la Quieres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108192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135624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23. King 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Paquito el Chocolatero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525512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552944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5. Isabel Aaiun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himno de mi peña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690872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718304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22. Daddy Yankee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Gasolina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108192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135624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13. Nino Bravo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Libre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525512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552944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10. CNCO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Reguetón Lento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690872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718304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28. Shakira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 Tipos Como Tú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108192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135624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16. Izal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Mujer de Verde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525512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552944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40. Vicco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Nochentera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#122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228600" y="2971800"/>
            <a:ext cx="4160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5A5A5A"/>
                </a:solidFill>
              </a:defRPr>
            </a:pPr>
            <a:r>
              <a:t>Cartón 123/150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82880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10312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24. El Canto del Loco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Zapatillas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600200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627632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11. Baby Lores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mujer del pelotero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017520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044952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3. El Consorcio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Chacacha del Tren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82880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10312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36. Karol 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 antes te hubiera conocido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600200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627632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31. Lola Indigo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reina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017520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044952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8. Alaska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 quien le importa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82880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210312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2. La Oreja de Van Gogh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Rosas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600200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627632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32. Melendi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Caminando por la vida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017520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044952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15. Pereza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Princesa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82880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210312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16. Izal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Mujer de Verde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600200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627632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12. Joaquín Sabina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 nos dieron las 10</a:t>
            </a:r>
          </a:p>
        </p:txBody>
      </p:sp>
      <p:sp>
        <p:nvSpPr>
          <p:cNvPr id="85" name="Rectangle 84"/>
          <p:cNvSpPr/>
          <p:nvPr/>
        </p:nvSpPr>
        <p:spPr>
          <a:xfrm>
            <a:off x="3017520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3044952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18. Amaral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Mis amigos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#123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9" name="Rectangle 88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4736592" y="2971800"/>
            <a:ext cx="4160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5A5A5A"/>
                </a:solidFill>
              </a:defRPr>
            </a:pPr>
            <a:r>
              <a:t>Cartón 124/150</a:t>
            </a:r>
          </a:p>
        </p:txBody>
      </p:sp>
      <p:sp>
        <p:nvSpPr>
          <p:cNvPr id="91" name="Rectangle 90"/>
          <p:cNvSpPr/>
          <p:nvPr/>
        </p:nvSpPr>
        <p:spPr>
          <a:xfrm>
            <a:off x="4690872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4718304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1. Los Del Rio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Macarena</a:t>
            </a:r>
          </a:p>
        </p:txBody>
      </p:sp>
      <p:sp>
        <p:nvSpPr>
          <p:cNvPr id="93" name="Rectangle 92"/>
          <p:cNvSpPr/>
          <p:nvPr/>
        </p:nvSpPr>
        <p:spPr>
          <a:xfrm>
            <a:off x="6108192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6135624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38. David Civera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 la detengan</a:t>
            </a:r>
          </a:p>
        </p:txBody>
      </p:sp>
      <p:sp>
        <p:nvSpPr>
          <p:cNvPr id="95" name="Rectangle 94"/>
          <p:cNvSpPr/>
          <p:nvPr/>
        </p:nvSpPr>
        <p:spPr>
          <a:xfrm>
            <a:off x="7525512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7552944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18. Amaral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Mis amigos</a:t>
            </a:r>
          </a:p>
        </p:txBody>
      </p:sp>
      <p:sp>
        <p:nvSpPr>
          <p:cNvPr id="97" name="Rectangle 96"/>
          <p:cNvSpPr/>
          <p:nvPr/>
        </p:nvSpPr>
        <p:spPr>
          <a:xfrm>
            <a:off x="4690872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4718304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9. Radio Futura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Escuela de Calor</a:t>
            </a:r>
          </a:p>
        </p:txBody>
      </p:sp>
      <p:sp>
        <p:nvSpPr>
          <p:cNvPr id="99" name="Rectangle 98"/>
          <p:cNvSpPr/>
          <p:nvPr/>
        </p:nvSpPr>
        <p:spPr>
          <a:xfrm>
            <a:off x="6108192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6135624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28. Shakira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 Tipos Como Tú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7525512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7552944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34. Estopa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Por la Raja de tu Falda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4690872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4718304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46. Katy Perry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Roar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6108192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6135624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19. Myke Towers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Esa Falda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7525512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7552944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29. Luck 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morocha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4690872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4718304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40. Vicco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Nochentera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108192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135624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14. Don Omar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Danza Kuduro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7525512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7552944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26. Aitana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Las Babys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#124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31 de 38 · bingomusicalgratis.es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91440"/>
            <a:ext cx="2962656" cy="1975104"/>
          </a:xfrm>
          <a:prstGeom prst="rect">
            <a:avLst/>
          </a:prstGeom>
        </p:spPr>
      </p:pic>
      <p:pic>
        <p:nvPicPr>
          <p:cNvPr id="3" name="Picture 2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5803" y="91440"/>
            <a:ext cx="2675317" cy="76809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3C3C3C"/>
                </a:solidFill>
              </a:defRPr>
            </a:pPr>
            <a:r>
              <a:t>🎵 BINGO MUSICAL - Comisión de fiestas de Cañaveras - Medianos (12 canciones)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37160"/>
            <a:ext cx="4160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5A5A5A"/>
                </a:solidFill>
              </a:defRPr>
            </a:pPr>
            <a:r>
              <a:t>Cartón 125/150</a:t>
            </a:r>
          </a:p>
        </p:txBody>
      </p:sp>
      <p:sp>
        <p:nvSpPr>
          <p:cNvPr id="7" name="Rectangle 6"/>
          <p:cNvSpPr/>
          <p:nvPr/>
        </p:nvSpPr>
        <p:spPr>
          <a:xfrm>
            <a:off x="182880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0312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7. Raphael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 gran noche</a:t>
            </a:r>
          </a:p>
        </p:txBody>
      </p:sp>
      <p:sp>
        <p:nvSpPr>
          <p:cNvPr id="9" name="Rectangle 8"/>
          <p:cNvSpPr/>
          <p:nvPr/>
        </p:nvSpPr>
        <p:spPr>
          <a:xfrm>
            <a:off x="1600200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27632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12. Joaquín Sabina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 nos dieron las 10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017520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44952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35. Las ketchup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Asereje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2880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10312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48. Juan Magan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Ayer la vi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600200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27632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24. El Canto del Loco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Zapatillas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017520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44952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22. Daddy Yankee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Gasolina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82880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10312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36. Karol 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 antes te hubiera conocido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600200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627632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13. Nino Bravo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Libre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017520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044952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41. Camela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Cuando zarpa el amor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82880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10312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38. David Civera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 la detengan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600200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627632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11. Baby Lores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mujer del pelotero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017520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044952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44. David Bisbal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 Tu la Quieres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#125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736592" y="137160"/>
            <a:ext cx="4160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5A5A5A"/>
                </a:solidFill>
              </a:defRPr>
            </a:pPr>
            <a:r>
              <a:t>Cartón 126/150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690872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718304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6. Georgie Dann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Barbacoa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08192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135624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43. El simbolo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Levantando las manos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525512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552944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32. Melendi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Caminando por la vida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690872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718304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46. Katy Perry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Roar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108192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135624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20. La pegatina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Mari Carmen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525512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552944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31. Lola Indigo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reina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690872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718304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23. King 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Paquito el Chocolatero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108192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135624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17. Zapato veloz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Tractor amarillo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525512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552944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10. CNCO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Reguetón Lento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690872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718304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27. Chocolate Latino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Mayonesa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108192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135624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34. Estopa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Por la Raja de tu Falda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525512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552944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30. José Luis Perales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Un Velero Llamado Libertad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#126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228600" y="2971800"/>
            <a:ext cx="4160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5A5A5A"/>
                </a:solidFill>
              </a:defRPr>
            </a:pPr>
            <a:r>
              <a:t>Cartón 127/150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82880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10312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25. Los refrescos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Aquí no hay playa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600200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627632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8. Alaska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 quien le importa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017520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044952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49. ROSÉ &amp; Bruno Mars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APT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82880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10312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21. Gente de zona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Gozadera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600200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627632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33. Proyecto Uno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Tiburón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017520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044952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42. Bad Bunny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Yo perreo sola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82880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210312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45. King 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Bomba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600200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627632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9. Radio Futura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Escuela de Calor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017520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044952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22. Daddy Yankee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Gasolina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82880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210312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41. Camela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Cuando zarpa el amor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600200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627632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19. Myke Towers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Esa Falda</a:t>
            </a:r>
          </a:p>
        </p:txBody>
      </p:sp>
      <p:sp>
        <p:nvSpPr>
          <p:cNvPr id="85" name="Rectangle 84"/>
          <p:cNvSpPr/>
          <p:nvPr/>
        </p:nvSpPr>
        <p:spPr>
          <a:xfrm>
            <a:off x="3017520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3044952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5. Isabel Aaiun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himno de mi peña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#127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9" name="Rectangle 88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4736592" y="2971800"/>
            <a:ext cx="4160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5A5A5A"/>
                </a:solidFill>
              </a:defRPr>
            </a:pPr>
            <a:r>
              <a:t>Cartón 128/150</a:t>
            </a:r>
          </a:p>
        </p:txBody>
      </p:sp>
      <p:sp>
        <p:nvSpPr>
          <p:cNvPr id="91" name="Rectangle 90"/>
          <p:cNvSpPr/>
          <p:nvPr/>
        </p:nvSpPr>
        <p:spPr>
          <a:xfrm>
            <a:off x="4690872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4718304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40. Vicco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Nochentera</a:t>
            </a:r>
          </a:p>
        </p:txBody>
      </p:sp>
      <p:sp>
        <p:nvSpPr>
          <p:cNvPr id="93" name="Rectangle 92"/>
          <p:cNvSpPr/>
          <p:nvPr/>
        </p:nvSpPr>
        <p:spPr>
          <a:xfrm>
            <a:off x="6108192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6135624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44. David Bisbal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 Tu la Quieres</a:t>
            </a:r>
          </a:p>
        </p:txBody>
      </p:sp>
      <p:sp>
        <p:nvSpPr>
          <p:cNvPr id="95" name="Rectangle 94"/>
          <p:cNvSpPr/>
          <p:nvPr/>
        </p:nvSpPr>
        <p:spPr>
          <a:xfrm>
            <a:off x="7525512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7552944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8. Alaska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 quien le importa</a:t>
            </a:r>
          </a:p>
        </p:txBody>
      </p:sp>
      <p:sp>
        <p:nvSpPr>
          <p:cNvPr id="97" name="Rectangle 96"/>
          <p:cNvSpPr/>
          <p:nvPr/>
        </p:nvSpPr>
        <p:spPr>
          <a:xfrm>
            <a:off x="4690872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4718304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2. La Oreja de Van Gogh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Rosas</a:t>
            </a:r>
          </a:p>
        </p:txBody>
      </p:sp>
      <p:sp>
        <p:nvSpPr>
          <p:cNvPr id="99" name="Rectangle 98"/>
          <p:cNvSpPr/>
          <p:nvPr/>
        </p:nvSpPr>
        <p:spPr>
          <a:xfrm>
            <a:off x="6108192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6135624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12. Joaquín Sabina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 nos dieron las 10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7525512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7552944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27. Chocolate Latino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Mayonesa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4690872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4718304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39. Paulina Rubio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 yo sigo aquí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6108192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6135624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30. José Luis Perales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Un Velero Llamado Libertad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7525512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7552944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26. Aitana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Las Babys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4690872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4718304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17. Zapato veloz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Tractor amarillo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108192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135624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4. Coyote Dax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No Rompas Más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7525512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7552944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37. La fiesta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Quiero montarme en tu velero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#128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32 de 38 · bingomusicalgratis.es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91440"/>
            <a:ext cx="2962656" cy="1975104"/>
          </a:xfrm>
          <a:prstGeom prst="rect">
            <a:avLst/>
          </a:prstGeom>
        </p:spPr>
      </p:pic>
      <p:pic>
        <p:nvPicPr>
          <p:cNvPr id="3" name="Picture 2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5803" y="91440"/>
            <a:ext cx="2675317" cy="76809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3C3C3C"/>
                </a:solidFill>
              </a:defRPr>
            </a:pPr>
            <a:r>
              <a:t>🎵 BINGO MUSICAL - Comisión de fiestas de Cañaveras - Medianos (12 canciones)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37160"/>
            <a:ext cx="4160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5A5A5A"/>
                </a:solidFill>
              </a:defRPr>
            </a:pPr>
            <a:r>
              <a:t>Cartón 129/150</a:t>
            </a:r>
          </a:p>
        </p:txBody>
      </p:sp>
      <p:sp>
        <p:nvSpPr>
          <p:cNvPr id="7" name="Rectangle 6"/>
          <p:cNvSpPr/>
          <p:nvPr/>
        </p:nvSpPr>
        <p:spPr>
          <a:xfrm>
            <a:off x="182880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0312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14. Don Omar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Danza Kuduro</a:t>
            </a:r>
          </a:p>
        </p:txBody>
      </p:sp>
      <p:sp>
        <p:nvSpPr>
          <p:cNvPr id="9" name="Rectangle 8"/>
          <p:cNvSpPr/>
          <p:nvPr/>
        </p:nvSpPr>
        <p:spPr>
          <a:xfrm>
            <a:off x="1600200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27632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43. El simbolo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Levantando las manos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017520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44952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24. El Canto del Loco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Zapatillas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2880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10312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21. Gente de zona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Gozadera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600200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27632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42. Bad Bunny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Yo perreo sola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017520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44952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28. Shakira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 Tipos Como Tú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82880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10312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15. Pereza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Princesa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600200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627632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27. Chocolate Latino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Mayonesa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017520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044952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6. Georgie Dann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Barbacoa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82880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10312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4. Coyote Dax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No Rompas Más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600200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627632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1. Los Del Rio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Macarena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017520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044952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37. La fiesta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Quiero montarme en tu velero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#129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736592" y="137160"/>
            <a:ext cx="4160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5A5A5A"/>
                </a:solidFill>
              </a:defRPr>
            </a:pPr>
            <a:r>
              <a:t>Cartón 130/150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690872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718304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37. La fiesta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Quiero montarme en tu velero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08192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135624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18. Amaral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Mis amigos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525512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552944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36. Karol 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 antes te hubiera conocido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690872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718304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5. Isabel Aaiun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himno de mi peña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108192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135624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49. ROSÉ &amp; Bruno Mars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APT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525512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552944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43. El simbolo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Levantando las manos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690872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718304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10. CNCO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Reguetón Lento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108192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135624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38. David Civera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 la detengan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525512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552944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29. Luck 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morocha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690872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718304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4. Coyote Dax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No Rompas Más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108192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135624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39. Paulina Rubio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 yo sigo aquí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525512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552944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33. Proyecto Uno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Tiburón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#130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228600" y="2971800"/>
            <a:ext cx="4160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5A5A5A"/>
                </a:solidFill>
              </a:defRPr>
            </a:pPr>
            <a:r>
              <a:t>Cartón 131/150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82880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10312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20. La pegatina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Mari Carmen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600200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627632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42. Bad Bunny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Yo perreo sola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017520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044952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16. Izal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Mujer de Verde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82880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10312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33. Proyecto Uno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Tiburón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600200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627632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26. Aitana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Las Babys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017520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044952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46. Katy Perry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Roar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82880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210312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31. Lola Indigo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reina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600200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627632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25. Los refrescos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Aquí no hay playa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017520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044952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28. Shakira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 Tipos Como Tú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82880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210312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49. ROSÉ &amp; Bruno Mars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APT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600200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627632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13. Nino Bravo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Libre</a:t>
            </a:r>
          </a:p>
        </p:txBody>
      </p:sp>
      <p:sp>
        <p:nvSpPr>
          <p:cNvPr id="85" name="Rectangle 84"/>
          <p:cNvSpPr/>
          <p:nvPr/>
        </p:nvSpPr>
        <p:spPr>
          <a:xfrm>
            <a:off x="3017520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3044952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11. Baby Lores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mujer del pelotero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#131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9" name="Rectangle 88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4736592" y="2971800"/>
            <a:ext cx="4160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5A5A5A"/>
                </a:solidFill>
              </a:defRPr>
            </a:pPr>
            <a:r>
              <a:t>Cartón 132/150</a:t>
            </a:r>
          </a:p>
        </p:txBody>
      </p:sp>
      <p:sp>
        <p:nvSpPr>
          <p:cNvPr id="91" name="Rectangle 90"/>
          <p:cNvSpPr/>
          <p:nvPr/>
        </p:nvSpPr>
        <p:spPr>
          <a:xfrm>
            <a:off x="4690872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4718304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21. Gente de zona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Gozadera</a:t>
            </a:r>
          </a:p>
        </p:txBody>
      </p:sp>
      <p:sp>
        <p:nvSpPr>
          <p:cNvPr id="93" name="Rectangle 92"/>
          <p:cNvSpPr/>
          <p:nvPr/>
        </p:nvSpPr>
        <p:spPr>
          <a:xfrm>
            <a:off x="6108192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6135624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35. Las ketchup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Asereje</a:t>
            </a:r>
          </a:p>
        </p:txBody>
      </p:sp>
      <p:sp>
        <p:nvSpPr>
          <p:cNvPr id="95" name="Rectangle 94"/>
          <p:cNvSpPr/>
          <p:nvPr/>
        </p:nvSpPr>
        <p:spPr>
          <a:xfrm>
            <a:off x="7525512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7552944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7. Raphael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 gran noche</a:t>
            </a:r>
          </a:p>
        </p:txBody>
      </p:sp>
      <p:sp>
        <p:nvSpPr>
          <p:cNvPr id="97" name="Rectangle 96"/>
          <p:cNvSpPr/>
          <p:nvPr/>
        </p:nvSpPr>
        <p:spPr>
          <a:xfrm>
            <a:off x="4690872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4718304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17. Zapato veloz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Tractor amarillo</a:t>
            </a:r>
          </a:p>
        </p:txBody>
      </p:sp>
      <p:sp>
        <p:nvSpPr>
          <p:cNvPr id="99" name="Rectangle 98"/>
          <p:cNvSpPr/>
          <p:nvPr/>
        </p:nvSpPr>
        <p:spPr>
          <a:xfrm>
            <a:off x="6108192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6135624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32. Melendi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Caminando por la vida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7525512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7552944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44. David Bisbal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 Tu la Quieres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4690872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4718304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34. Estopa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Por la Raja de tu Falda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6108192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6135624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15. Pereza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Princesa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7525512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7552944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47. Sebastian Yatra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Tacones rojos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4690872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4718304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2. La Oreja de Van Gogh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Rosas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108192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135624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48. Juan Magan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Ayer la vi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7525512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7552944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46. Katy Perry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Roar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#132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33 de 38 · bingomusicalgratis.es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91440"/>
            <a:ext cx="2962656" cy="1975104"/>
          </a:xfrm>
          <a:prstGeom prst="rect">
            <a:avLst/>
          </a:prstGeom>
        </p:spPr>
      </p:pic>
      <p:pic>
        <p:nvPicPr>
          <p:cNvPr id="3" name="Picture 2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5803" y="91440"/>
            <a:ext cx="2675317" cy="76809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3C3C3C"/>
                </a:solidFill>
              </a:defRPr>
            </a:pPr>
            <a:r>
              <a:t>🎵 BINGO MUSICAL - Comisión de fiestas de Cañaveras - Medianos (12 canciones)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37160"/>
            <a:ext cx="4160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5A5A5A"/>
                </a:solidFill>
              </a:defRPr>
            </a:pPr>
            <a:r>
              <a:t>Cartón 133/150</a:t>
            </a:r>
          </a:p>
        </p:txBody>
      </p:sp>
      <p:sp>
        <p:nvSpPr>
          <p:cNvPr id="7" name="Rectangle 6"/>
          <p:cNvSpPr/>
          <p:nvPr/>
        </p:nvSpPr>
        <p:spPr>
          <a:xfrm>
            <a:off x="182880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0312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25. Los refrescos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Aquí no hay playa</a:t>
            </a:r>
          </a:p>
        </p:txBody>
      </p:sp>
      <p:sp>
        <p:nvSpPr>
          <p:cNvPr id="9" name="Rectangle 8"/>
          <p:cNvSpPr/>
          <p:nvPr/>
        </p:nvSpPr>
        <p:spPr>
          <a:xfrm>
            <a:off x="1600200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27632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11. Baby Lores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mujer del pelotero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017520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44952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48. Juan Magan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Ayer la vi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2880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10312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22. Daddy Yankee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Gasolina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600200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27632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35. Las ketchup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Asereje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017520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44952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24. El Canto del Loco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Zapatillas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82880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10312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47. Sebastian Yatra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Tacones rojos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600200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627632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10. CNCO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Reguetón Lento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017520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044952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19. Myke Towers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Esa Falda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82880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10312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26. Aitana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Las Babys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600200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627632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41. Camela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Cuando zarpa el amor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017520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044952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40. Vicco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Nochentera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#133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736592" y="137160"/>
            <a:ext cx="4160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5A5A5A"/>
                </a:solidFill>
              </a:defRPr>
            </a:pPr>
            <a:r>
              <a:t>Cartón 134/150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690872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718304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38. David Civera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 la detengan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08192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135624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21. Gente de zona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Gozadera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525512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552944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1. Los Del Rio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Macarena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690872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718304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18. Amaral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Mis amigos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108192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135624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19. Myke Towers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Esa Falda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525512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552944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42. Bad Bunny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Yo perreo sola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690872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718304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16. Izal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Mujer de Verde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108192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135624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30. José Luis Perales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Un Velero Llamado Libertad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525512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552944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36. Karol 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 antes te hubiera conocido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690872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718304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39. Paulina Rubio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 yo sigo aquí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108192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135624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20. La pegatina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Mari Carmen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525512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552944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29. Luck 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morocha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#134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228600" y="2971800"/>
            <a:ext cx="4160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5A5A5A"/>
                </a:solidFill>
              </a:defRPr>
            </a:pPr>
            <a:r>
              <a:t>Cartón 135/150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82880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10312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9. Radio Futura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Escuela de Calor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600200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627632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7. Raphael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 gran noche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017520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044952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10. CNCO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Reguetón Lento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82880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10312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3. El Consorcio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Chacacha del Tren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600200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627632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49. ROSÉ &amp; Bruno Mars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APT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017520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044952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5. Isabel Aaiun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himno de mi peña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82880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210312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8. Alaska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 quien le importa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600200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627632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25. Los refrescos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Aquí no hay playa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017520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044952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6. Georgie Dann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Barbacoa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82880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210312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45. King 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Bomba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600200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627632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16. Izal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Mujer de Verde</a:t>
            </a:r>
          </a:p>
        </p:txBody>
      </p:sp>
      <p:sp>
        <p:nvSpPr>
          <p:cNvPr id="85" name="Rectangle 84"/>
          <p:cNvSpPr/>
          <p:nvPr/>
        </p:nvSpPr>
        <p:spPr>
          <a:xfrm>
            <a:off x="3017520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3044952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12. Joaquín Sabina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 nos dieron las 10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#135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9" name="Rectangle 88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4736592" y="2971800"/>
            <a:ext cx="4160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5A5A5A"/>
                </a:solidFill>
              </a:defRPr>
            </a:pPr>
            <a:r>
              <a:t>Cartón 136/150</a:t>
            </a:r>
          </a:p>
        </p:txBody>
      </p:sp>
      <p:sp>
        <p:nvSpPr>
          <p:cNvPr id="91" name="Rectangle 90"/>
          <p:cNvSpPr/>
          <p:nvPr/>
        </p:nvSpPr>
        <p:spPr>
          <a:xfrm>
            <a:off x="4690872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4718304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17. Zapato veloz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Tractor amarillo</a:t>
            </a:r>
          </a:p>
        </p:txBody>
      </p:sp>
      <p:sp>
        <p:nvSpPr>
          <p:cNvPr id="93" name="Rectangle 92"/>
          <p:cNvSpPr/>
          <p:nvPr/>
        </p:nvSpPr>
        <p:spPr>
          <a:xfrm>
            <a:off x="6108192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6135624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32. Melendi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Caminando por la vida</a:t>
            </a:r>
          </a:p>
        </p:txBody>
      </p:sp>
      <p:sp>
        <p:nvSpPr>
          <p:cNvPr id="95" name="Rectangle 94"/>
          <p:cNvSpPr/>
          <p:nvPr/>
        </p:nvSpPr>
        <p:spPr>
          <a:xfrm>
            <a:off x="7525512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7552944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49. ROSÉ &amp; Bruno Mars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APT</a:t>
            </a:r>
          </a:p>
        </p:txBody>
      </p:sp>
      <p:sp>
        <p:nvSpPr>
          <p:cNvPr id="97" name="Rectangle 96"/>
          <p:cNvSpPr/>
          <p:nvPr/>
        </p:nvSpPr>
        <p:spPr>
          <a:xfrm>
            <a:off x="4690872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4718304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30. José Luis Perales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Un Velero Llamado Libertad</a:t>
            </a:r>
          </a:p>
        </p:txBody>
      </p:sp>
      <p:sp>
        <p:nvSpPr>
          <p:cNvPr id="99" name="Rectangle 98"/>
          <p:cNvSpPr/>
          <p:nvPr/>
        </p:nvSpPr>
        <p:spPr>
          <a:xfrm>
            <a:off x="6108192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6135624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13. Nino Bravo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Libre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7525512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7552944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31. Lola Indigo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reina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4690872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4718304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44. David Bisbal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 Tu la Quieres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6108192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6135624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23. King 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Paquito el Chocolatero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7525512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7552944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46. Katy Perry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Roar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4690872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4718304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14. Don Omar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Danza Kuduro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108192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135624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3. El Consorcio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Chacacha del Tren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7525512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7552944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48. Juan Magan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Ayer la vi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#136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34 de 38 · bingomusicalgratis.es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91440"/>
            <a:ext cx="2962656" cy="1975104"/>
          </a:xfrm>
          <a:prstGeom prst="rect">
            <a:avLst/>
          </a:prstGeom>
        </p:spPr>
      </p:pic>
      <p:pic>
        <p:nvPicPr>
          <p:cNvPr id="3" name="Picture 2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5803" y="91440"/>
            <a:ext cx="2675317" cy="76809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3C3C3C"/>
                </a:solidFill>
              </a:defRPr>
            </a:pPr>
            <a:r>
              <a:t>🎵 BINGO MUSICAL - Comisión de fiestas de Cañaveras - Medianos (12 canciones)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37160"/>
            <a:ext cx="4160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5A5A5A"/>
                </a:solidFill>
              </a:defRPr>
            </a:pPr>
            <a:r>
              <a:t>Cartón 137/150</a:t>
            </a:r>
          </a:p>
        </p:txBody>
      </p:sp>
      <p:sp>
        <p:nvSpPr>
          <p:cNvPr id="7" name="Rectangle 6"/>
          <p:cNvSpPr/>
          <p:nvPr/>
        </p:nvSpPr>
        <p:spPr>
          <a:xfrm>
            <a:off x="182880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0312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27. Chocolate Latino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Mayonesa</a:t>
            </a:r>
          </a:p>
        </p:txBody>
      </p:sp>
      <p:sp>
        <p:nvSpPr>
          <p:cNvPr id="9" name="Rectangle 8"/>
          <p:cNvSpPr/>
          <p:nvPr/>
        </p:nvSpPr>
        <p:spPr>
          <a:xfrm>
            <a:off x="1600200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27632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31. Lola Indigo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reina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017520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44952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7. Raphael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 gran noche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2880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10312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19. Myke Towers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Esa Falda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600200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27632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4. Coyote Dax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No Rompas Más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017520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44952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36. Karol 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 antes te hubiera conocido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82880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10312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37. La fiesta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Quiero montarme en tu velero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600200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627632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47. Sebastian Yatra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Tacones rojos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017520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044952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22. Daddy Yankee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Gasolina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82880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10312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15. Pereza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Princesa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600200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627632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34. Estopa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Por la Raja de tu Falda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017520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044952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28. Shakira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 Tipos Como Tú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#137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736592" y="137160"/>
            <a:ext cx="4160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5A5A5A"/>
                </a:solidFill>
              </a:defRPr>
            </a:pPr>
            <a:r>
              <a:t>Cartón 138/150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690872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718304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20. La pegatina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Mari Carmen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08192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135624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2. La Oreja de Van Gogh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Rosas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525512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552944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22. Daddy Yankee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Gasolina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690872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718304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48. Juan Magan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Ayer la vi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108192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135624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5. Isabel Aaiun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himno de mi peña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525512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552944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45. King 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Bomba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690872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718304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39. Paulina Rubio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 yo sigo aquí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108192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135624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33. Proyecto Uno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Tiburón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525512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552944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6. Georgie Dann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Barbacoa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690872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718304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40. Vicco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Nochentera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108192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135624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43. El simbolo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Levantando las manos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525512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552944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23. King 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Paquito el Chocolatero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#138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228600" y="2971800"/>
            <a:ext cx="4160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5A5A5A"/>
                </a:solidFill>
              </a:defRPr>
            </a:pPr>
            <a:r>
              <a:t>Cartón 139/150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82880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10312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3. El Consorcio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Chacacha del Tren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600200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627632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32. Melendi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Caminando por la vida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017520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044952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6. Georgie Dann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Barbacoa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82880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10312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24. El Canto del Loco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Zapatillas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600200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627632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2. La Oreja de Van Gogh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Rosas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017520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044952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31. Lola Indigo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reina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82880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210312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46. Katy Perry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Roar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600200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627632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41. Camela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Cuando zarpa el amor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017520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044952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29. Luck 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morocha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82880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210312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18. Amaral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Mis amigos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600200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627632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35. Las ketchup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Asereje</a:t>
            </a:r>
          </a:p>
        </p:txBody>
      </p:sp>
      <p:sp>
        <p:nvSpPr>
          <p:cNvPr id="85" name="Rectangle 84"/>
          <p:cNvSpPr/>
          <p:nvPr/>
        </p:nvSpPr>
        <p:spPr>
          <a:xfrm>
            <a:off x="3017520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3044952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9. Radio Futura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Escuela de Calor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#139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9" name="Rectangle 88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4736592" y="2971800"/>
            <a:ext cx="4160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5A5A5A"/>
                </a:solidFill>
              </a:defRPr>
            </a:pPr>
            <a:r>
              <a:t>Cartón 140/150</a:t>
            </a:r>
          </a:p>
        </p:txBody>
      </p:sp>
      <p:sp>
        <p:nvSpPr>
          <p:cNvPr id="91" name="Rectangle 90"/>
          <p:cNvSpPr/>
          <p:nvPr/>
        </p:nvSpPr>
        <p:spPr>
          <a:xfrm>
            <a:off x="4690872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4718304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1. Los Del Rio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Macarena</a:t>
            </a:r>
          </a:p>
        </p:txBody>
      </p:sp>
      <p:sp>
        <p:nvSpPr>
          <p:cNvPr id="93" name="Rectangle 92"/>
          <p:cNvSpPr/>
          <p:nvPr/>
        </p:nvSpPr>
        <p:spPr>
          <a:xfrm>
            <a:off x="6108192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6135624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27. Chocolate Latino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Mayonesa</a:t>
            </a:r>
          </a:p>
        </p:txBody>
      </p:sp>
      <p:sp>
        <p:nvSpPr>
          <p:cNvPr id="95" name="Rectangle 94"/>
          <p:cNvSpPr/>
          <p:nvPr/>
        </p:nvSpPr>
        <p:spPr>
          <a:xfrm>
            <a:off x="7525512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7552944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21. Gente de zona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Gozadera</a:t>
            </a:r>
          </a:p>
        </p:txBody>
      </p:sp>
      <p:sp>
        <p:nvSpPr>
          <p:cNvPr id="97" name="Rectangle 96"/>
          <p:cNvSpPr/>
          <p:nvPr/>
        </p:nvSpPr>
        <p:spPr>
          <a:xfrm>
            <a:off x="4690872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4718304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12. Joaquín Sabina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 nos dieron las 10</a:t>
            </a:r>
          </a:p>
        </p:txBody>
      </p:sp>
      <p:sp>
        <p:nvSpPr>
          <p:cNvPr id="99" name="Rectangle 98"/>
          <p:cNvSpPr/>
          <p:nvPr/>
        </p:nvSpPr>
        <p:spPr>
          <a:xfrm>
            <a:off x="6108192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6135624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11. Baby Lores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mujer del pelotero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7525512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7552944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20. La pegatina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Mari Carmen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4690872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4718304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43. El simbolo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Levantando las manos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6108192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6135624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4. Coyote Dax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No Rompas Más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7525512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7552944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41. Camela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Cuando zarpa el amor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4690872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4718304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30. José Luis Perales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Un Velero Llamado Libertad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108192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135624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16. Izal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Mujer de Verde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7525512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7552944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14. Don Omar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Danza Kuduro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#140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35 de 38 · bingomusicalgratis.es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91440"/>
            <a:ext cx="2962656" cy="1975104"/>
          </a:xfrm>
          <a:prstGeom prst="rect">
            <a:avLst/>
          </a:prstGeom>
        </p:spPr>
      </p:pic>
      <p:pic>
        <p:nvPicPr>
          <p:cNvPr id="3" name="Picture 2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5803" y="91440"/>
            <a:ext cx="2675317" cy="76809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3C3C3C"/>
                </a:solidFill>
              </a:defRPr>
            </a:pPr>
            <a:r>
              <a:t>🎵 BINGO MUSICAL - Comisión de fiestas de Cañaveras - Medianos (12 canciones)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37160"/>
            <a:ext cx="4160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5A5A5A"/>
                </a:solidFill>
              </a:defRPr>
            </a:pPr>
            <a:r>
              <a:t>Cartón 141/150</a:t>
            </a:r>
          </a:p>
        </p:txBody>
      </p:sp>
      <p:sp>
        <p:nvSpPr>
          <p:cNvPr id="7" name="Rectangle 6"/>
          <p:cNvSpPr/>
          <p:nvPr/>
        </p:nvSpPr>
        <p:spPr>
          <a:xfrm>
            <a:off x="182880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0312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44. David Bisbal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 Tu la Quieres</a:t>
            </a:r>
          </a:p>
        </p:txBody>
      </p:sp>
      <p:sp>
        <p:nvSpPr>
          <p:cNvPr id="9" name="Rectangle 8"/>
          <p:cNvSpPr/>
          <p:nvPr/>
        </p:nvSpPr>
        <p:spPr>
          <a:xfrm>
            <a:off x="1600200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27632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38. David Civera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 la detengan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017520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44952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45. King 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Bomba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2880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10312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40. Vicco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Nochentera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600200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27632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15. Pereza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Princesa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017520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44952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42. Bad Bunny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Yo perreo sola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82880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10312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33. Proyecto Uno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Tiburón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600200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627632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49. ROSÉ &amp; Bruno Mars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APT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017520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044952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17. Zapato veloz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Tractor amarillo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82880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10312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34. Estopa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Por la Raja de tu Falda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600200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627632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8. Alaska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 quien le importa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017520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044952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35. Las ketchup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Asereje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#141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736592" y="137160"/>
            <a:ext cx="4160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5A5A5A"/>
                </a:solidFill>
              </a:defRPr>
            </a:pPr>
            <a:r>
              <a:t>Cartón 142/150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690872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718304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11. Baby Lores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mujer del pelotero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08192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135624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7. Raphael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 gran noche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525512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552944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14. Don Omar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Danza Kuduro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690872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718304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23. King 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Paquito el Chocolatero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108192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135624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6. Georgie Dann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Barbacoa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525512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552944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41. Camela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Cuando zarpa el amor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690872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718304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29. Luck 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morocha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108192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135624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13. Nino Bravo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Libre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525512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552944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24. El Canto del Loco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Zapatillas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690872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718304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37. La fiesta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Quiero montarme en tu velero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108192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135624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12. Joaquín Sabina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 nos dieron las 10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525512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552944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1. Los Del Rio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Macarena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#142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228600" y="2971800"/>
            <a:ext cx="4160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5A5A5A"/>
                </a:solidFill>
              </a:defRPr>
            </a:pPr>
            <a:r>
              <a:t>Cartón 143/150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82880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10312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10. CNCO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Reguetón Lento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600200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627632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4. Coyote Dax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No Rompas Más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017520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044952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23. King 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Paquito el Chocolatero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82880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10312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5. Isabel Aaiun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himno de mi peña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600200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627632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39. Paulina Rubio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 yo sigo aquí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017520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044952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26. Aitana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Las Babys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82880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210312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28. Shakira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 Tipos Como Tú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600200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627632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19. Myke Towers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Esa Falda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017520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044952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9. Radio Futura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Escuela de Calor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82880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210312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35. Las ketchup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Asereje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600200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627632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40. Vicco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Nochentera</a:t>
            </a:r>
          </a:p>
        </p:txBody>
      </p:sp>
      <p:sp>
        <p:nvSpPr>
          <p:cNvPr id="85" name="Rectangle 84"/>
          <p:cNvSpPr/>
          <p:nvPr/>
        </p:nvSpPr>
        <p:spPr>
          <a:xfrm>
            <a:off x="3017520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3044952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18. Amaral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Mis amigos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#143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9" name="Rectangle 88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4736592" y="2971800"/>
            <a:ext cx="4160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5A5A5A"/>
                </a:solidFill>
              </a:defRPr>
            </a:pPr>
            <a:r>
              <a:t>Cartón 144/150</a:t>
            </a:r>
          </a:p>
        </p:txBody>
      </p:sp>
      <p:sp>
        <p:nvSpPr>
          <p:cNvPr id="91" name="Rectangle 90"/>
          <p:cNvSpPr/>
          <p:nvPr/>
        </p:nvSpPr>
        <p:spPr>
          <a:xfrm>
            <a:off x="4690872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4718304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39. Paulina Rubio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 yo sigo aquí</a:t>
            </a:r>
          </a:p>
        </p:txBody>
      </p:sp>
      <p:sp>
        <p:nvSpPr>
          <p:cNvPr id="93" name="Rectangle 92"/>
          <p:cNvSpPr/>
          <p:nvPr/>
        </p:nvSpPr>
        <p:spPr>
          <a:xfrm>
            <a:off x="6108192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6135624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3. El Consorcio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Chacacha del Tren</a:t>
            </a:r>
          </a:p>
        </p:txBody>
      </p:sp>
      <p:sp>
        <p:nvSpPr>
          <p:cNvPr id="95" name="Rectangle 94"/>
          <p:cNvSpPr/>
          <p:nvPr/>
        </p:nvSpPr>
        <p:spPr>
          <a:xfrm>
            <a:off x="7525512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7552944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43. El simbolo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Levantando las manos</a:t>
            </a:r>
          </a:p>
        </p:txBody>
      </p:sp>
      <p:sp>
        <p:nvSpPr>
          <p:cNvPr id="97" name="Rectangle 96"/>
          <p:cNvSpPr/>
          <p:nvPr/>
        </p:nvSpPr>
        <p:spPr>
          <a:xfrm>
            <a:off x="4690872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4718304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24. El Canto del Loco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Zapatillas</a:t>
            </a:r>
          </a:p>
        </p:txBody>
      </p:sp>
      <p:sp>
        <p:nvSpPr>
          <p:cNvPr id="99" name="Rectangle 98"/>
          <p:cNvSpPr/>
          <p:nvPr/>
        </p:nvSpPr>
        <p:spPr>
          <a:xfrm>
            <a:off x="6108192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6135624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45. King 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Bomba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7525512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7552944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9. Radio Futura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Escuela de Calor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4690872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4718304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15. Pereza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Princesa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6108192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6135624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47. Sebastian Yatra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Tacones rojos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7525512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7552944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34. Estopa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Por la Raja de tu Falda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4690872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4718304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25. Los refrescos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Aquí no hay playa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108192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135624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13. Nino Bravo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Libre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7525512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7552944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5. Isabel Aaiun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himno de mi peña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#144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36 de 38 · bingomusicalgratis.es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91440"/>
            <a:ext cx="2962656" cy="1975104"/>
          </a:xfrm>
          <a:prstGeom prst="rect">
            <a:avLst/>
          </a:prstGeom>
        </p:spPr>
      </p:pic>
      <p:pic>
        <p:nvPicPr>
          <p:cNvPr id="3" name="Picture 2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5803" y="91440"/>
            <a:ext cx="2675317" cy="76809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3C3C3C"/>
                </a:solidFill>
              </a:defRPr>
            </a:pPr>
            <a:r>
              <a:t>🎵 BINGO MUSICAL - Comisión de fiestas de Cañaveras - Medianos (12 canciones)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37160"/>
            <a:ext cx="4160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5A5A5A"/>
                </a:solidFill>
              </a:defRPr>
            </a:pPr>
            <a:r>
              <a:t>Cartón 145/150</a:t>
            </a:r>
          </a:p>
        </p:txBody>
      </p:sp>
      <p:sp>
        <p:nvSpPr>
          <p:cNvPr id="7" name="Rectangle 6"/>
          <p:cNvSpPr/>
          <p:nvPr/>
        </p:nvSpPr>
        <p:spPr>
          <a:xfrm>
            <a:off x="182880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0312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15. Pereza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Princesa</a:t>
            </a:r>
          </a:p>
        </p:txBody>
      </p:sp>
      <p:sp>
        <p:nvSpPr>
          <p:cNvPr id="9" name="Rectangle 8"/>
          <p:cNvSpPr/>
          <p:nvPr/>
        </p:nvSpPr>
        <p:spPr>
          <a:xfrm>
            <a:off x="1600200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27632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37. La fiesta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Quiero montarme en tu velero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017520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44952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44. David Bisbal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 Tu la Quieres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2880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10312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20. La pegatina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Mari Carmen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600200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27632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12. Joaquín Sabina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 nos dieron las 10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017520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44952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33. Proyecto Uno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Tiburón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82880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10312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36. Karol 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 antes te hubiera conocido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600200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627632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42. Bad Bunny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Yo perreo sola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017520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044952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2. La Oreja de Van Gogh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Rosas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82880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10312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27. Chocolate Latino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Mayonesa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600200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627632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8. Alaska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 quien le importa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017520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044952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30. José Luis Perales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Un Velero Llamado Libertad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#145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736592" y="137160"/>
            <a:ext cx="4160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5A5A5A"/>
                </a:solidFill>
              </a:defRPr>
            </a:pPr>
            <a:r>
              <a:t>Cartón 146/150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690872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718304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30. José Luis Perales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Un Velero Llamado Libertad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08192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135624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22. Daddy Yankee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Gasolina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525512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552944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16. Izal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Mujer de Verde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690872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718304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38. David Civera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 la detengan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108192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135624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28. Shakira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 Tipos Como Tú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525512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552944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47. Sebastian Yatra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Tacones rojos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690872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718304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18. Amaral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Mis amigos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108192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135624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46. Katy Perry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Roar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525512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552944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48. Juan Magan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Ayer la vi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690872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718304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36. Karol 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 antes te hubiera conocido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108192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135624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42. Bad Bunny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Yo perreo sola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525512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552944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25. Los refrescos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Aquí no hay playa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#146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228600" y="2971800"/>
            <a:ext cx="4160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5A5A5A"/>
                </a:solidFill>
              </a:defRPr>
            </a:pPr>
            <a:r>
              <a:t>Cartón 147/150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82880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10312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20. La pegatina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Mari Carmen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600200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627632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1. Los Del Rio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Macarena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017520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044952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10. CNCO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Reguetón Lento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82880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10312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18. Amaral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Mis amigos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600200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627632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19. Myke Towers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Esa Falda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017520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044952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8. Alaska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 quien le importa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82880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210312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25. Los refrescos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Aquí no hay playa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600200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627632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29. Luck 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morocha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017520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044952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3. El Consorcio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Chacacha del Tren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82880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210312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14. Don Omar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Danza Kuduro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600200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627632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27. Chocolate Latino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Mayonesa</a:t>
            </a:r>
          </a:p>
        </p:txBody>
      </p:sp>
      <p:sp>
        <p:nvSpPr>
          <p:cNvPr id="85" name="Rectangle 84"/>
          <p:cNvSpPr/>
          <p:nvPr/>
        </p:nvSpPr>
        <p:spPr>
          <a:xfrm>
            <a:off x="3017520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3044952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21. Gente de zona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Gozadera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#147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9" name="Rectangle 88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4736592" y="2971800"/>
            <a:ext cx="4160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5A5A5A"/>
                </a:solidFill>
              </a:defRPr>
            </a:pPr>
            <a:r>
              <a:t>Cartón 148/150</a:t>
            </a:r>
          </a:p>
        </p:txBody>
      </p:sp>
      <p:sp>
        <p:nvSpPr>
          <p:cNvPr id="91" name="Rectangle 90"/>
          <p:cNvSpPr/>
          <p:nvPr/>
        </p:nvSpPr>
        <p:spPr>
          <a:xfrm>
            <a:off x="4690872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4718304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10. CNCO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Reguetón Lento</a:t>
            </a:r>
          </a:p>
        </p:txBody>
      </p:sp>
      <p:sp>
        <p:nvSpPr>
          <p:cNvPr id="93" name="Rectangle 92"/>
          <p:cNvSpPr/>
          <p:nvPr/>
        </p:nvSpPr>
        <p:spPr>
          <a:xfrm>
            <a:off x="6108192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6135624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21. Gente de zona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Gozadera</a:t>
            </a:r>
          </a:p>
        </p:txBody>
      </p:sp>
      <p:sp>
        <p:nvSpPr>
          <p:cNvPr id="95" name="Rectangle 94"/>
          <p:cNvSpPr/>
          <p:nvPr/>
        </p:nvSpPr>
        <p:spPr>
          <a:xfrm>
            <a:off x="7525512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7552944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1. Los Del Rio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Macarena</a:t>
            </a:r>
          </a:p>
        </p:txBody>
      </p:sp>
      <p:sp>
        <p:nvSpPr>
          <p:cNvPr id="97" name="Rectangle 96"/>
          <p:cNvSpPr/>
          <p:nvPr/>
        </p:nvSpPr>
        <p:spPr>
          <a:xfrm>
            <a:off x="4690872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4718304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48. Juan Magan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Ayer la vi</a:t>
            </a:r>
          </a:p>
        </p:txBody>
      </p:sp>
      <p:sp>
        <p:nvSpPr>
          <p:cNvPr id="99" name="Rectangle 98"/>
          <p:cNvSpPr/>
          <p:nvPr/>
        </p:nvSpPr>
        <p:spPr>
          <a:xfrm>
            <a:off x="6108192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6135624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17. Zapato veloz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Tractor amarillo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7525512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7552944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26. Aitana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Las Babys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4690872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4718304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11. Baby Lores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mujer del pelotero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6108192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6135624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7. Raphael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 gran noche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7525512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7552944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45. King 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Bomba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4690872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4718304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2. La Oreja de Van Gogh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Rosas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108192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135624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4. Coyote Dax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No Rompas Más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7525512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7552944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35. Las ketchup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Asereje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#148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37 de 38 · bingomusicalgratis.es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91440"/>
            <a:ext cx="2962656" cy="1975104"/>
          </a:xfrm>
          <a:prstGeom prst="rect">
            <a:avLst/>
          </a:prstGeom>
        </p:spPr>
      </p:pic>
      <p:pic>
        <p:nvPicPr>
          <p:cNvPr id="3" name="Picture 2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5803" y="91440"/>
            <a:ext cx="2675317" cy="76809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3C3C3C"/>
                </a:solidFill>
              </a:defRPr>
            </a:pPr>
            <a:r>
              <a:t>🎵 BINGO MUSICAL - Comisión de fiestas de Cañaveras - Medianos (12 canciones)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37160"/>
            <a:ext cx="4160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5A5A5A"/>
                </a:solidFill>
              </a:defRPr>
            </a:pPr>
            <a:r>
              <a:t>Cartón 149/150</a:t>
            </a:r>
          </a:p>
        </p:txBody>
      </p:sp>
      <p:sp>
        <p:nvSpPr>
          <p:cNvPr id="7" name="Rectangle 6"/>
          <p:cNvSpPr/>
          <p:nvPr/>
        </p:nvSpPr>
        <p:spPr>
          <a:xfrm>
            <a:off x="182880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0312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41. Camela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Cuando zarpa el amor</a:t>
            </a:r>
          </a:p>
        </p:txBody>
      </p:sp>
      <p:sp>
        <p:nvSpPr>
          <p:cNvPr id="9" name="Rectangle 8"/>
          <p:cNvSpPr/>
          <p:nvPr/>
        </p:nvSpPr>
        <p:spPr>
          <a:xfrm>
            <a:off x="1600200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27632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32. Melendi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Caminando por la vida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017520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44952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29. Luck 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morocha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2880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10312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6. Georgie Dann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Barbacoa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600200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27632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31. Lola Indigo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reina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017520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44952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49. ROSÉ &amp; Bruno Mars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APT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82880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10312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13. Nino Bravo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Libre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600200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627632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14. Don Omar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Danza Kuduro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017520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044952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26. Aitana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Las Babys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82880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10312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37. La fiesta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Quiero montarme en tu velero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600200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627632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40. Vicco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Nochentera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017520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044952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11. Baby Lores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mujer del pelotero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#149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736592" y="137160"/>
            <a:ext cx="4160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5A5A5A"/>
                </a:solidFill>
              </a:defRPr>
            </a:pPr>
            <a:r>
              <a:t>Cartón 150/150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690872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718304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45. King 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Bomba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08192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135624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33. Proyecto Uno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Tiburón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525512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552944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19. Myke Towers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Esa Falda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690872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718304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12. Joaquín Sabina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 nos dieron las 10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108192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135624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18. Amaral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Mis amigos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525512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552944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46. Katy Perry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Roar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690872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718304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36. Karol 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 antes te hubiera conocido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108192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135624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28. Shakira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 Tipos Como Tú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525512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552944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24. El Canto del Loco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Zapatillas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690872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718304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32. Melendi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Caminando por la vida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108192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135624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38. David Civera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 la detengan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525512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552944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47. Sebastian Yatra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Tacones rojos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#150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38 de 38 · bingomusicalgratis.es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