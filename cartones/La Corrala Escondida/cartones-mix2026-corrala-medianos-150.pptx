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53512"/>
            <a:ext cx="754380" cy="754380"/>
          </a:xfrm>
          <a:prstGeom prst="rect">
            <a:avLst/>
          </a:prstGeom>
        </p:spPr>
      </p:pic>
      <p:pic>
        <p:nvPicPr>
          <p:cNvPr id="62" name="Picture 61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2953512"/>
            <a:ext cx="1401357" cy="402336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18288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8288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031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0020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2763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044952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53512"/>
            <a:ext cx="754380" cy="754380"/>
          </a:xfrm>
          <a:prstGeom prst="rect">
            <a:avLst/>
          </a:prstGeom>
        </p:spPr>
      </p:pic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2953512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69087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1830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0819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3562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25512" y="3790187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552944" y="381762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9087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0819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3562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25512" y="415251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52944" y="417995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9087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1830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0819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3562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25512" y="451485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52944" y="454228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9087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830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0819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3562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25512" y="487718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52944" y="490461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18872"/>
            <a:ext cx="754380" cy="754380"/>
          </a:xfrm>
          <a:prstGeom prst="rect">
            <a:avLst/>
          </a:prstGeom>
        </p:spPr>
      </p:pic>
      <p:pic>
        <p:nvPicPr>
          <p:cNvPr id="4" name="Picture 3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75" y="118872"/>
            <a:ext cx="1401357" cy="40233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4952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0020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2763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4952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corr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"/>
            <a:ext cx="754380" cy="754380"/>
          </a:xfrm>
          <a:prstGeom prst="rect">
            <a:avLst/>
          </a:prstGeom>
        </p:spPr>
      </p:pic>
      <p:pic>
        <p:nvPicPr>
          <p:cNvPr id="33" name="Picture 32" descr="logoo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467" y="118872"/>
            <a:ext cx="1401357" cy="402336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69087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1830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0819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3562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25512" y="955548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982980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087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1830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819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3562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25512" y="1317879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1345311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1830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819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3562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25512" y="1680210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1707642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9087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1830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819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3562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25512" y="2042541"/>
            <a:ext cx="1417320" cy="36233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2069973"/>
            <a:ext cx="1362456" cy="30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