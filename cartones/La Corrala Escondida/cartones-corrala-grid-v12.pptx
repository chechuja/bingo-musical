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quién le importa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Alaska y Dinarama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REINA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Lola Indigo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zarpa el amor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Camela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Oreja de Van Gogh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 Rompas Mi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Coyote Dax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Zapatillas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Himno de Mi Peña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Isabel Aaiún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Libre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Nino Bravo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Nos Dieron las Diez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Joaquín Sabina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Tractor Amarillo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Zapato Veloz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LAS BABYS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Aitana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Princesas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Pereza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Nochentera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Vicco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Yo Sigo Aqui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Paulina Rubio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Que La Detengan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Civera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del Pelotero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Baby Lores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Myke Towers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chacachá del tren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Consorcio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Omar, Lucenzo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Mujer de Verde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IZAL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Velero Llamado Libertad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José Luis Perales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Levantando Las Manos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Simbolo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Mari Carmen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Pegatina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Bomba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Barbacoa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Georgie Dann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 Del Velero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Fiesta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Marta, Sebas, Guille y los demás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Amaral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APT.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ROSÉ, Bruno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Gozadera (feat. Marc Anthony)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Gente De Zona, Marc Anthony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Caminando por la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Melendi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Paquito El Chocolatero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King Africa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Macarena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Bayside Boys Remix - Los Del Río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Morocha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Luck Ra, BM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Escuela de Calor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Radio Futura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Reggaetón Lento (Bailemos)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CNCO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la Raja de Tu Falda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 por Ahi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 Magán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Tiburón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Proyecto Uno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gran noche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Shakira: Bzrp Music Sessions, Vol. 53/66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Bizarrap, 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Mayonesa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Chocolate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Tú La Quieres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Bisbal, Aitana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Si Antes Te Hubiera Conocido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Tacones Rojos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Sebastian Yatra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Aquí No Hay Playa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Refrescos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Ketchup Song (Aserejé)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Spanish Version - Las Ketchup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