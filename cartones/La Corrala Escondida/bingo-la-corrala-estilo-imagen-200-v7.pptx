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228600"/>
            <a:ext cx="1624197" cy="2560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9824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6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53035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904" y="55778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3228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2904" y="13502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824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115311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142743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11810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09981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520440"/>
            <a:ext cx="8869680" cy="315468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becera corra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901" y="3611880"/>
            <a:ext cx="1624197" cy="256031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82880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38528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94176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1608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9824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77256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5472" y="391363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394106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94176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21608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77256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5472" y="470611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32904" y="473354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38528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4176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8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9824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05472" y="5498592"/>
            <a:ext cx="1755648" cy="79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32904" y="5526024"/>
            <a:ext cx="1700784" cy="737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12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65013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#200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648309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