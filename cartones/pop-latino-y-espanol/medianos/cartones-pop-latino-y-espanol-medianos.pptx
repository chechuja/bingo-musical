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La Incondicional - Luis Miguel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Ojos Así - Shakira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Ai Se Eu Te Pego - Michel Teló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Me Enamoré - Shakira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Rayando el Sol - Maná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La Bicicleta - Carlos Vives &amp; Shakira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Suavemente - Elvis Crespo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Danza Kuduro - Don Omar ft. Lucenzo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Eres Tú - Mocedades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Y ¿Si Fuera Ella? - Alejandro Sanz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La Tortura - Shakira ft. Alejandro Sanz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Por Debajo de la Mesa - Luis Miguel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La Tortura - Shakira ft. Alejandro Sanz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 Dios le Pido - Juanes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Ojos Así -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Por Debajo de la Mesa - Luis Miguel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La Camisa Negra - Juanes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Rayando el Sol - Maná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Y ¿Si Fuera Ella? - Alejandro Sanz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Danza Kuduro - Don Omar ft. Lucenzo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Cuando Seas Grande - El Canto del Loco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Despacito - Luis Fonsi ft. Daddy Yankee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Ai Se Eu Te Pego - Michel Teló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Eres Tú - Mocedades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15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Y ¿Si Fuera Ella? - Alejandro Sanz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Vivir Mi Vida - Marc Anthony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La Camisa Negra - Juanes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Bailando - Enrique Iglesias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La Bicicleta - Carlos Vives &amp; Shakira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Me Enamoré - Shakira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Por Debajo de la Mesa - Luis Miguel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La Tortura - Shakira ft. Alejandro Sanz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Ojos Así - Shakira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A Dios le Pido - Juanes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Cuando Seas Grande - El Canto del Loco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Rayando el Sol - Maná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Cuando Seas Grande - El Canto del Loco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Y ¿Si Fuera Ella? - Alejandro Sanz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Corazón Partio - Alejandro Sanz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Ai Se Eu Te Pego - Michel Teló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Waka Waka - Shakira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Danza Kuduro - Don Omar ft. Lucenzo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Bailando - Enrique Iglesias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Rayando el Sol - Maná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Me Enamoré - Shakira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Vivir Mi Vida - Marc Anthony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Eres Tú - Mocedades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La Camisa Negra - Juanes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15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Vivir Mi Vida - Marc Anthony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Y ¿Si Fuera Ella? - Alejandro Sanz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Me Enamoré - Shakira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A Dios le Pido - Juanes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La Camisa Negra - Juanes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Suavemente - Elvis Crespo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Por Debajo de la Mesa - Luis Miguel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Rayando el Sol - Maná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Danza Kuduro - Don Omar ft. Lucenzo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Bailando - Enrique Iglesias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La Incondicional - Luis Miguel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La Tortura - Shakira ft. Alejandro Sanz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Y ¿Si Fuera Ella? - Alejandro Sanz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Cuando Seas Grande - El Canto del Loco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Waka Waka -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La Tortura - Shakira ft. Alejandro Sanz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Por Debajo de la Mesa - Luis Miguel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Vivir Mi Vida - Marc Anthony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Suavemente - Elvis Crespo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Corazón Partio - Alejandro Sanz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Despacito - Luis Fonsi ft. Daddy Yankee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Rayando el Sol - Maná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Eres Tú - Mocedades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Ai Se Eu Te Pego - Michel Teló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15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La Bicicleta - Carlos Vives &amp; Shakira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La Incondicional - Luis Miguel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La Camisa Negra - Juanes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Eres Tú - Mocedades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Ojos Así - Shakira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Me Enamoré - Shakira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Y ¿Si Fuera Ella? - Alejandro Sanz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Waka Waka - Shakira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Vivir Mi Vida - Marc Anthony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La Tortura - Shakira ft. Alejandro Sanz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 Dios le Pido - Juanes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Bailando - Enrique Iglesias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La Bicicleta - Carlos Vives &amp; Shakira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La Camisa Negra - Juanes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Bailando - Enrique Iglesias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La Tortura - Shakira ft. Alejandro Sanz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Me Enamoré - Shakira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Vivir Mi Vida - Marc Anthony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Ojos Así - Shakira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Despacito - Luis Fonsi ft. Daddy Yankee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Waka Waka - Shakira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Danza Kuduro - Don Omar ft. Lucenzo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Y ¿Si Fuera Ella? - Alejandro Sanz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Por Debajo de la Mesa - Luis Miguel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15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Por Debajo de la Mesa - Luis Miguel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La Bicicleta - Carlos Vives &amp; Shakira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A Dios le Pido - Juanes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Ai Se Eu Te Pego - Michel Teló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La Incondicional - Luis Miguel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Suavemente - Elvis Crespo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Y ¿Si Fuera Ella? - Alejandro Sanz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La Camisa Negra - Juanes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Me Enamoré - Shakira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Rayando el Sol - Maná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Corazón Partio - Alejandro Sanz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Bailando - Enrique Iglesias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Ai Se Eu Te Pego - Michel Teló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La Tortura - Shakira ft. Alejandro Sanz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Por Debajo de la Mesa - Luis Miguel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Me Enamoré - Shakira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A Dios le Pido - Juanes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Despacito - Luis Fonsi ft. Daddy Yankee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Bailando - Enrique Iglesias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La Camisa Negra - Juanes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Corazón Partio - Alejandro Sanz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Ojos Así - Shakira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Waka Waka - Shakira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Y ¿Si Fuera Ella? - Alejandro Sanz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15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Rayando el Sol - Maná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Suavemente - Elvis Crespo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Waka Waka - Shakira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Ojos Así - Shakira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Corazón Partio - Alejandro Sanz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Por Debajo de la Mesa - Luis Miguel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Cuando Seas Grande - El Canto del Loco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Vivir Mi Vida - Marc Anthony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Y ¿Si Fuera Ella? - Alejandro Sanz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Despacito - Luis Fonsi ft. Daddy Yankee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Me Enamoré - Shakira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Eres Tú - Mocedades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Waka Waka - Shakira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Ai Se Eu Te Pego - Michel Teló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La Camisa Negra - Juanes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Cuando Seas Grande - El Canto del Loco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Corazón Partio - Alejandro Sanz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Danza Kuduro - Don Omar ft. Lucenzo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Ojos Así - Shakira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Bailando - Enrique Iglesias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A Dios le Pido - Juanes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Me Enamoré - Shakira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Vivir Mi Vida - Marc Anthony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Eres Tú - Mocedades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15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Rayando el Sol - Maná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Danza Kuduro - Don Omar ft. Lucenzo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Eres Tú - Mocedades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Corazón Partio - Alejandro Sanz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Cuando Seas Grande - El Canto del Loco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Por Debajo de la Mesa - Luis Miguel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La Bicicleta - Carlos Vives &amp; Shakira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Waka Waka - Shakira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La Camisa Negra - Juanes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La Tortura - Shakira ft. Alejandro Sanz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La Incondicional - Luis Miguel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Ojos Así - Shakira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La Bicicleta - Carlos Vives &amp; Shakira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Suavemente - Elvis Crespo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Me Enamoré -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Waka Waka - Shakira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Bailando - Enrique Iglesias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Rayando el Sol - Maná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Por Debajo de la Mesa - Luis Miguel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Ojos Así - Shakira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Vivir Mi Vida - Marc Anthony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Ai Se Eu Te Pego - Michel Teló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La Camisa Negra - Juanes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Y ¿Si Fuera Ella? - Alejandro Sanz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15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Por Debajo de la Mesa - Luis Miguel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Vivir Mi Vida - Marc Anthony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La Tortura - Shakira ft. Alejandro Sanz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Eres Tú - Mocedades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La Incondicional - Luis Miguel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Y ¿Si Fuera Ella? - Alejandro Sanz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Waka Waka - Shakira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Rayando el Sol - Maná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Cuando Seas Grande - El Canto del Loco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Bailando - Enrique Iglesias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Ojos Así - Shakira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La Camisa Negra - Juanes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Bailando - Enrique Iglesias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Suavemente - Elvis Crespo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Y ¿Si Fuera Ella? - Alejandro Sanz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Despacito - Luis Fonsi ft. Daddy Yankee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Ojos Así - Shakira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La Tortura - Shakira ft. Alejandro Sanz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Corazón Partio - Alejandro Sanz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Danza Kuduro - Don Omar ft. Lucenzo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A Dios le Pido - Juanes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Me Enamoré - Shakira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Rayando el Sol - Maná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Waka Waka - Shakira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15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Eres Tú - Mocedades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Por Debajo de la Mesa - Luis Miguel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Suavemente - Elvis Crespo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Waka Waka - Shakira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Corazón Partio - Alejandro Sanz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La Incondicional - Luis Miguel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A Dios le Pido - Juanes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Vivir Mi Vida - Marc Anthony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Despacito - Luis Fonsi ft. Daddy Yankee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La Camisa Negra - Juanes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Ai Se Eu Te Pego - Michel Teló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Ojos Así - Shakira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Suavemente - Elvis Crespo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La Tortura - Shakira ft. Alejandro Sanz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Rayando el Sol - Maná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Eres Tú - Mocedades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Danza Kuduro - Don Omar ft. Lucenzo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Me Enamoré - Shakira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Y ¿Si Fuera Ella? - Alejandro Sanz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La Incondicional - Luis Miguel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Por Debajo de la Mesa - Luis Miguel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Vivir Mi Vida - Marc Anthony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Ojos Así - Shakira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A Dios le Pido - Juanes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15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La Bicicleta - Carlos Vives &amp; Shakira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Cuando Seas Grande - El Canto del Loco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Vivir Mi Vida - Marc Anthony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La Incondicional - Luis Miguel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Waka Waka - Shakira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Rayando el Sol - Maná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Corazón Partio - Alejandro Sanz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Bailando - Enrique Iglesias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Ai Se Eu Te Pego - Michel Teló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La Tortura - Shakira ft. Alejandro Sanz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Y ¿Si Fuera Ella? - Alejandro Sanz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Suavemente - Elvis Crespo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Despacito - Luis Fonsi ft. Daddy Yankee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Corazón Partio - Alejandro Sanz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La Incondicional - Luis Miguel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Ai Se Eu Te Pego - Michel Teló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La Bicicleta - Carlos Vives &amp; Shakira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Rayando el Sol - Maná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Y ¿Si Fuera Ella? - Alejandro Sanz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Ojos Así - Shakira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La Tortura - Shakira ft. Alejandro Sanz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Eres Tú - Mocedades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Vivir Mi Vida - Marc Anthony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La Camisa Negra - Juanes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15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Vivir Mi Vida - Marc Anthony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La Bicicleta - Carlos Vives &amp; Shakira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Danza Kuduro - Don Omar ft. Lucenzo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Despacito - Luis Fonsi ft. Daddy Yankee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Eres Tú - Mocedades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Y ¿Si Fuera Ella? - Alejandro Sanz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Ai Se Eu Te Pego - Michel Teló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Por Debajo de la Mesa - Luis Miguel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Ojos Así - Shakira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A Dios le Pido - Juanes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Waka Waka - Shakira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Cuando Seas Grande - El Canto del Loco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Ojos Así - Shakira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Waka Waka - Shakira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Corazón Partio - Alejandro Sanz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Despacito - Luis Fonsi ft. Daddy Yankee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Rayando el Sol - Maná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Eres Tú - Mocedades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Por Debajo de la Mesa - Luis Miguel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A Dios le Pido - Juanes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La Camisa Negra - Juanes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Cuando Seas Grande - El Canto del Loco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Ai Se Eu Te Pego - Michel Teló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Me Enamoré - Shakira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15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Danza Kuduro - Don Omar ft. Lucenzo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Despacito - Luis Fonsi ft. Daddy Yankee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Ai Se Eu Te Pego - Michel Teló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Ojos Así - Shakira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Y ¿Si Fuera Ella? - Alejandro Sanz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Corazón Partio - Alejandro Sanz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La Bicicleta - Carlos Vives &amp; Shakira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Me Enamoré - Shakira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Por Debajo de la Mesa - Luis Miguel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Waka Waka - Shakira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La Incondicional - Luis Miguel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Bailando - Enrique Iglesias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Eres Tú - Mocedades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Ojos Así - Shakira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Bailando - Enrique Iglesias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Cuando Seas Grande - El Canto del Loco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Rayando el Sol - Maná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Waka Waka - Shakira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La Camisa Negra - Juanes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La Bicicleta - Carlos Vives &amp; Shakira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Suavemente - Elvis Crespo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Corazón Partio - Alejandro Sanz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Danza Kuduro - Don Omar ft. Lucenzo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Me Enamoré - Shakira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15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La Camisa Negra - Juanes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Me Enamoré - Shakira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Danza Kuduro - Don Omar ft. Lucenzo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La Bicicleta - Carlos Vives &amp; Shakira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La Incondicional - Luis Miguel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Eres Tú - Mocedades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Suavemente - Elvis Crespo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Ai Se Eu Te Pego - Michel Teló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Bailando - Enrique Iglesias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Por Debajo de la Mesa - Luis Miguel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 Dios le Pido - Juanes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Ojos Así - Shakira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Bailando - Enrique Iglesias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Corazón Partio - Alejandro Sanz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A Dios le Pido - Juanes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Rayando el Sol - Maná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Despacito - Luis Fonsi ft. Daddy Yankee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La Camisa Negra - Juanes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Ojos Así - Shakira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La Incondicional - Luis Miguel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Eres Tú - Mocedades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Danza Kuduro - Don Omar ft. Lucenzo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Me Enamoré - Shakira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Suavemente - Elvis Crespo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15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Waka Waka - Shakira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Corazón Partio - Alejandro Sanz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Y ¿Si Fuera Ella? - Alejandro Sanz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Despacito - Luis Fonsi ft. Daddy Yankee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Vivir Mi Vida - Marc Anthony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Por Debajo de la Mesa - Luis Miguel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Cuando Seas Grande - El Canto del Loco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A Dios le Pido - Juanes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La Incondicional - Luis Miguel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Danza Kuduro - Don Omar ft. Lucenzo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Bailando - Enrique Iglesias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Eres Tú - Mocedades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Vivir Mi Vida - Marc Anthony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La Camisa Negra - Juanes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Bailando - Enrique Iglesias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Despacito - Luis Fonsi ft. Daddy Yankee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La Incondicional - Luis Miguel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Ai Se Eu Te Pego - Michel Teló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La Tortura - Shakira ft. Alejandro Sanz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Ojos Así - Shakira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Corazón Partio - Alejandro Sanz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Waka Waka - Shakira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Y ¿Si Fuera Ella? - Alejandro Sanz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Cuando Seas Grande - El Canto del Loco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15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A Dios le Pido - Juanes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Y ¿Si Fuera Ella? - Alejandro Sanz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Ojos Así - Shakira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La Camisa Negra - Juanes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Por Debajo de la Mesa - Luis Miguel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Cuando Seas Grande - El Canto del Loco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La Bicicleta - Carlos Vives &amp; Shakira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Despacito - Luis Fonsi ft. Daddy Yankee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Vivir Mi Vida - Marc Anthony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Ai Se Eu Te Pego - Michel Teló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Suavemente - Elvis Crespo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Corazón Partio - Alejandro Sanz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30/30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Eres Tú - Mocedades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Rayando el Sol - Maná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La Incondicional - Luis Miguel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A Dios le Pido - Juanes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La Tortura - Shakira ft. Alejandro Sanz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Por Debajo de la Mesa - Luis Miguel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Suavemente - Elvis Crespo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La Camisa Negra - Juanes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Me Enamoré - Shakira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Waka Waka - Shakira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Corazón Partio - Alejandro Sanz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Ojos Así - Shakira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15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