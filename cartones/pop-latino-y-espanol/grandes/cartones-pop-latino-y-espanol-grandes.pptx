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Incondicional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Suavemente - Elvis Crespo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Despacito - Luis Fonsi ft. Daddy Yankee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Por Debajo de la Mesa - Luis Miguel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Me Enamoré -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Y ¿Si Fuera Ella? -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Tortura - Shakira ft.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Rayando el Sol - Maná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Eres Tú - Mocedades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Corazón Partio -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Waka Waka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Ai Se Eu Te Pego - Michel Teló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Danza Kuduro - Don Omar ft. Lucenzo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Ojos Así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Vivir Mi Vida - Marc Anthony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Cuando Seas Grande - El Canto del Loco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Bailando - Enrique Iglesias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Bicicleta - Carlos Vives &amp;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Camisa Negra - Juanes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 Dios le Pido - Juanes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40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Incondicional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Rayando el Sol - Maná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Ai Se Eu Te Pego - Michel Teló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 Dios le Pido - Juanes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Bailando - Enrique Iglesias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Por Debajo de la Mesa - Luis Miguel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La Camisa Negra - Juanes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Cuando Seas Grande - El Canto del Loco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Vivir Mi Vida - Marc Anthony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Danza Kuduro - Don Omar ft. Lucenzo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Suavemente - Elvis Crespo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Corazón Partio - Alejandro Sanz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La Bicicleta - Carlos Vives &amp;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Eres Tú - Mocedades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Waka Waka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Tortura - Shakira ft. Alejandro Sanz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Y ¿Si Fuera Ella? - Alejandro Sanz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Ojos Así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40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 ¿Si Fuera Ella? - Alejandro Sanz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Bailando - Enrique Iglesias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Waka Waka -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Tortura - Shakira ft. Alejandro Sanz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Ai Se Eu Te Pego - Michel Teló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Danza Kuduro - Don Omar ft. Lucenzo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Suavemente - Elvis Crespo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Rayando el Sol - Maná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Cuando Seas Grande - El Canto del Loco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Eres Tú - Mocedades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La Camisa Negra - Juanes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Vivir Mi Vida - Marc Anthony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Corazón Partio - Alejandro Sanz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 Incondicional - Luis Miguel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 Bicicleta - Carlos Vives &amp;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Por Debajo de la Mesa - Luis Miguel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Me Enamoré -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Despacito - Luis Fonsi ft. Daddy Yankee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Ojos Así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40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Suavemente - Elvis Crespo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Camisa Negra - Juanes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Bailando - Enrique Iglesias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Tortura - Shakira ft. Alejandro Sanz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 ¿Si Fuera Ella?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Ai Se Eu Te Pego - Michel Teló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Ojos Así -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Vivir Mi Vida - Marc Anthony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Waka Waka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 Dios le Pido - Juanes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Corazón Partio -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Por Debajo de la Mesa - Luis Miguel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Despacito - Luis Fonsi ft. Daddy Yankee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Cuando Seas Grande - El Canto del Loco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 Enamoré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Eres Tú - Mocedades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Incondicional - Luis Miguel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Rayando el Sol - Maná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Danza Kuduro - Don Omar ft. Lucenzo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 Bicicleta - Carlos Vives &amp;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40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Despacito - Luis Fonsi ft. Daddy Yankee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Por Debajo de la Mesa - Luis 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Ojos Así -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Vivir Mi Vida - Marc Anthony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Cuando Seas Grande - El Canto del Loco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Danza Kuduro - Don Omar ft. Lucenzo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Eres Tú - Mocedades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 Camisa Negra - Juanes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 Tortura - Shakira ft.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 ¿Si Fuera Ella? -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Suavemente - Elvis Crespo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Bicicleta - Carlos Vives &amp;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Corazón Partio - Alejandro Sanz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 Incondicional - Luis Miguel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Bailando - Enrique Iglesias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Ai Se Eu Te Pego - Michel Teló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Waka Waka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Rayando el Sol - Maná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40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Despacito - Luis Fonsi ft. Daddy Yankee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Vivir Mi Vida - Marc Anthony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Corazón Partio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Bicicleta - Carlos Vives &amp;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Ojos Así -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La Incondicional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Cuando Seas Grande - El Canto del Loco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Por Debajo de la Mesa - Luis Miguel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 ¿Si Fuera Ella? -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Bailando -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La Camisa Negra - Juanes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Me Enamoré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Ai Se Eu Te Pego - Michel Teló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 Tortura - Shakira ft.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Danza Kuduro - Don Omar ft. Lucenzo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Waka Waka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Eres Tú - Mocedades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Rayando el Sol - Maná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Suavemente - Elvis Crespo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40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Vivir Mi Vida - Marc Anthony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Ai Se Eu Te Pego - Michel Teló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Por Debajo de la Mesa - Luis 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Eres Tú - Mocedades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Camisa Negra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Danza Kuduro - Don Omar ft. Lucenzo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Me Enamoré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Suavemente - Elvis Crespo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Waka Waka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La Incondicional - Luis Miguel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Cuando Seas Grande - El Canto del Loco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La Tortura - Shakira ft. Alejandro Sanz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Bailando - Enrique Iglesias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Ojos Así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Rayando el Sol - Maná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Y ¿Si Fuera Ella? - Alejandro Sanz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Despacito - Luis Fonsi ft. Daddy Yankee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 Dios le Pido - Juanes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40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Me Enamoré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Suavemente - Elvis Crespo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Eres Tú - Mocedades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Rayando el Sol - Maná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Bailando - Enrique Iglesias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Danza Kuduro - Don Omar ft. Lucenzo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Tortura - Shakira ft.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Ai Se Eu Te Pego - Michel Teló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Por Debajo de la Mesa - Luis Miguel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Ojos Así - Shakira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 Camisa Negra - Juanes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Vivir Mi Vida - Marc Anthony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Despacito - Luis Fonsi ft. Daddy Yankee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Waka Waka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 Bicicleta - Carlos Vives &amp;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 Dios le Pido - Juanes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Corazón Partio - Alejandro Sanz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Cuando Seas Grande - El Canto del Loco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Incondicional - Luis Miguel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Y ¿Si Fuera Ella?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40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Ojos Así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Suavemente - Elvis Crespo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Despacito - Luis Fonsi ft. Daddy Yankee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Waka Waka -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La Bicicleta - Carlos Vives &amp;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Vivir Mi Vida - Marc Anthony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Y ¿Si Fuera Ella? - Alejandro Sanz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Eres Tú - Mocedades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Cuando Seas Grande - El Canto del Loco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Danza Kuduro - Don Omar ft. Lucenzo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Corazón Partio -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Camisa Negra - Juanes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 Enamoré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Rayando el Sol - Maná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Bailando - Enrique Iglesias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Por Debajo de la Mesa - Luis Miguel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Incondicional - Luis Miguel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Tortura - Shakira ft. Alejandro Sanz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Ai Se Eu Te Pego - Michel Teló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40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Incondicional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Rayando el Sol - Maná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Eres Tú - Mocedades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Por Debajo de la Mesa - Luis 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Danza Kuduro - Don Omar ft. Lucenzo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Me Enamoré -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Y ¿Si Fuera Ella? - Alejandro Sanz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 Tortura - Shakira ft. Alejandro Sanz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Suavemente - Elvis Crespo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Waka Waka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Bailando - Enrique Iglesias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Ai Se Eu Te Pego - Michel Teló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Vivir Mi Vida - Marc Anthony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Cuando Seas Grande - El Canto del Loco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Ojos Así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 Dios le Pido - Juanes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Camisa Negra - Juanes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Despacito - Luis Fonsi ft. Daddy Yankee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 Bicicleta - Carlos Vives &amp;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40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Vivir Mi Vida - Marc Anthony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 Dios le Pido - Juanes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Danza Kuduro - Don Omar ft. Lucenzo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Waka Waka -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Ai Se Eu Te Pego - Michel Teló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Cuando Seas Grande - El Canto del Loco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Incondicional - Luis Miguel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Suavemente - Elvis Crespo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Eres Tú - Mocedades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 Camisa Negra - Juanes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Bailando -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La Tortura - Shakira ft.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Me Enamoré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La Bicicleta - Carlos Vives &amp;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Corazón Partio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Y ¿Si Fuera Ella? - Alejandro Sanz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Ojos Así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Rayando el Sol - Maná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Despacito - Luis Fonsi ft. Daddy Yankee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Por Debajo de la Mesa - Luis Miguel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40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Tortura - Shakira ft. Alejandro Sanz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Eres Tú - Mocedades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Y ¿Si Fuera Ella? - Alejandro Sanz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La Camisa Negra - Juanes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Despacito - Luis Fonsi ft. Daddy Yankee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Cuando Seas Grande - El Canto del 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 Dios le Pido - Juanes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 Incondicional - Luis Miguel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Ojos Así - Shakira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Danza Kuduro - Don Omar ft. Lucenzo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Por Debajo de la Mesa - Luis Miguel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Rayando el Sol - Maná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Bailando -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Suavemente - Elvis Crespo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Bicicleta - Carlos Vives &amp;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Vivir Mi Vida - Marc Anthony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Ai Se Eu Te Pego - Michel Teló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Waka Waka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40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Vivir Mi Vida - Marc Anthony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Despacito - Luis Fonsi ft. Daddy Yankee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Por Debajo de la Mesa - Luis Miguel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 Dios le Pido - Juanes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La Tortura - Shakira ft.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Bicicleta - Carlos Vives &amp;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Bailando - Enrique Iglesias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Eres Tú - Mocedades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Suavemente - Elvis Crespo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Ai Se Eu Te Pego - Michel Teló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Waka Waka -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Danza Kuduro - Don Omar ft. Lucenzo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Ojos Así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Corazón Partio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 Incondicional - Luis Miguel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Rayando el Sol - Maná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Cuando Seas Grande - El Canto del Loco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Camisa Negra - Juanes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Me Enamoré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40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Eres Tú - Mocedades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Cuando Seas Grande - El Canto del Loco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Tortura - Shakira ft.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Corazón Partio - Alejandro Sanz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Ojos Así -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La Bicicleta - Carlos Vives &amp;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Suavemente - Elvis Crespo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Me Enamoré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Por Debajo de la Mesa - Luis Miguel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Despacito - Luis Fonsi ft. Daddy Yankee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 ¿Si Fuera Ella? -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Rayando el Sol - Maná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Waka Waka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Ai Se Eu Te Pego - Michel Teló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 Dios le Pido - Juanes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Vivir Mi Vida - Marc Anthony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Camisa Negra - Juanes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Danza Kuduro - Don Omar ft. Lucenzo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Incondicional - Luis Miguel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Bailando - Enrique Iglesias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40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 ¿Si Fuera Ella? - Alejandro Sanz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Ojos Así -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Por Debajo de la Mesa - Luis Miguel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Cuando Seas Grande - El Canto del Loco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La Bicicleta - Carlos Vives &amp;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 Dios le Pido - Juanes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Eres Tú - Mocedades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Ai Se Eu Te Pego - Michel Teló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Suavemente - Elvis Crespo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Waka Waka - Shakira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Bailando -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Corazón Partio -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Camisa Negra - Juanes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Rayando el Sol - Maná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Danza Kuduro - Don Omar ft. Lucenzo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Despacito - Luis Fonsi ft. Daddy Yankee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Incondicional - Luis Miguel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Tortura - Shakira ft. Alejandro Sanz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Vivir Mi Vida - Marc Anthony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Me Enamoré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40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Ojos Así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Incondicional - Luis 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Bailando - Enrique Iglesias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Danza Kuduro - Don Omar ft. Lucenzo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Por Debajo de la Mesa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La Camisa Negra - Juanes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Rayando el Sol - Maná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Despacito - Luis Fonsi ft. Daddy Yankee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 Tortura - Shakira ft.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Corazón Partio -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Eres Tú - Mocedades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Cuando Seas Grande - El Canto del Loco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Waka Waka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 Bicicleta - Carlos Vives &amp;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Ai Se Eu Te Pego - Michel Teló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Suavemente - Elvis Crespo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Me Enamoré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Vivir Mi Vida - Marc Anthony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40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Por Debajo de la Mesa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Rayando el Sol - Maná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Bicicleta - Carlos Vives &amp;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 Dios le Pido - Juanes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Waka Waka -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Suavemente - Elvis Crespo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Corazón Partio -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Bailando - Enrique Iglesias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Eres Tú - Mocedades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Ai Se Eu Te Pego - Michel Teló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Despacito - Luis Fonsi ft. Daddy Yankee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La Tortura - Shakira ft.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Incondicional - Luis Miguel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Danza Kuduro - Don Omar ft. Lucenzo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 Enamoré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Ojos Así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Vivir Mi Vida - Marc Anthony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Y ¿Si Fuera Ella? - Alejandro Sanz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Camisa Negra - Juanes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Cuando Seas Grande - El Canto del Loco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40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Rayando el Sol - Maná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Tortura - Shakira ft.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Despacito - Luis Fonsi ft. Daddy Yankee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Bicicleta - Carlos Vives &amp;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La Camisa Negra - Juanes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Danza Kuduro - Don Omar ft. Lucenzo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Por Debajo de la Mesa - Luis Miguel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La Incondicional - Luis Miguel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 Dios le Pido - Juanes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Eres Tú - Mocedades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 ¿Si Fuera Ella? -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Suavemente - Elvis Crespo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Vivir Mi Vida - Marc Anthony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Cuando Seas Grande - El Canto del Loco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Ai Se Eu Te Pego - Michel Teló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Corazón Partio - Alejandro Sanz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Me Enamoré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Ojos Así -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Waka Waka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Bailando - Enrique Iglesias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40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Vivir Mi Vida - Marc Anthony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Rayando el Sol - Maná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Camisa Negra - Juanes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Eres Tú - Mocedades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La Tortura - Shakira ft.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Ai Se Eu Te Pego - Michel Teló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Danza Kuduro - Don Omar ft. Lucenzo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Waka Waka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Despacito - Luis Fonsi ft. Daddy Yankee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Bailando -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Ojos Así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Corazón Partio -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Y ¿Si Fuera Ella? - Alejandro Sanz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 Dios le Pido - Juanes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Cuando Seas Grande - El Canto del Loco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Por Debajo de la Mesa - Luis Miguel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Incondicional - Luis Miguel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Suavemente - Elvis Crespo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 Bicicleta - Carlos Vives &amp;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40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Ai Se Eu Te Pego - Michel Teló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Incondicional - Luis 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Bailando - Enrique Iglesias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Camisa Negra - Juanes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Rayando el Sol - Maná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 Dios le Pido - Juanes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Suavemente - Elvis Crespo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Ojos Así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Danza Kuduro - Don Omar ft. Lucenzo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Cuando Seas Grande - El Canto del Loco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 ¿Si Fuera Ella? -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Me Enamoré -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Despacito - Luis Fonsi ft. Daddy Yankee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Eres Tú - Mocedades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 Tortura - Shakira ft.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Corazón Partio - Alejandro Sanz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Bicicleta - Carlos Vives &amp;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Por Debajo de la Mesa - Luis Miguel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Vivir Mi Vida - Marc Anthony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Waka Waka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40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Por Debajo de la Mesa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Bicicleta - Carlos Vives &amp;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Tortura - Shakira ft. Alejandro Sanz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Cuando Seas Grande - El Canto del Loco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Despacito - Luis Fonsi ft. Daddy Yankee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Camisa Negra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 Dios le Pido - Juanes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Suavemente - Elvis Crespo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Danza Kuduro - Don Omar ft. Lucenzo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 Incondicional - Luis Miguel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Bailando - Enrique Iglesias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Me Enamoré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Ojos Así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Ai Se Eu Te Pego - Michel Teló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Waka Waka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Eres Tú - Mocedades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Rayando el Sol - Maná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Vivir Mi Vida - Marc Anthony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Y ¿Si Fuera Ella?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40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 Dios le Pido - Juanes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Camisa Negra - Juanes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Waka Waka -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La Bicicleta - Carlos Vives &amp;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Corazón Partio -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Tortura - Shakira ft.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Rayando el Sol - Maná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Ai Se Eu Te Pego - Michel Teló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Por Debajo de la Mesa - Luis Miguel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Danza Kuduro - Don Omar ft. Lucenzo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Despacito - Luis Fonsi ft. Daddy Yankee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Incondicional - Luis Miguel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Cuando Seas Grande - El Canto del Loco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 Enamoré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Suavemente - Elvis Crespo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Vivir Mi Vida - Marc Anthony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Eres Tú - Mocedades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Ojos Así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Bailando - Enrique Iglesias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40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Vivir Mi Vida - Marc Anthony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Bicicleta - Carlos Vives &amp;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 Dios le Pido - Juanes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Bailando - Enrique Iglesias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Corazón Partio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La Incondicional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Me Enamoré -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La Tortura - Shakira ft. Alejandro Sanz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Despacito - Luis Fonsi ft. Daddy Yankee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Waka Waka - Shakira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Ai Se Eu Te Pego - Michel Teló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Danza Kuduro - Don Omar ft. Lucenzo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Rayando el Sol - Maná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Eres Tú - Mocedades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Suavemente - Elvis Crespo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Y ¿Si Fuera Ella? - Alejandro Sanz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Cuando Seas Grande - El Canto del Loco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Camisa Negra - Juanes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Ojos Así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Por Debajo de la Mesa - Luis Miguel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40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Incondicional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Por Debajo de la Mesa - Luis 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Danza Kuduro - Don Omar ft. Lucenzo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Bicicleta - Carlos Vives &amp;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Ojos Así -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Cuando Seas Grande - El Canto del Loco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Rayando el Sol - Maná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 Tortura - Shakira ft. Alejandro Sanz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Bailando -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Ai Se Eu Te Pego - Michel Teló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Me Enamoré -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Waka Waka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Suavemente - Elvis Crespo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 ¿Si Fuera Ella?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Despacito - Luis Fonsi ft. Daddy Yankee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Corazón Partio - Alejandro Sanz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Vivir Mi Vida - Marc Anthony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Eres Tú - Mocedades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 Camisa Negra - Juanes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40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Danza Kuduro - Don Omar ft. Lucenzo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Tortura - Shakira ft.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Vivir Mi Vida - Marc Anthony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La Incondicional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Suavemente - Elvis Crespo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Y ¿Si Fuera Ella? - Alejandro Sanz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Ai Se Eu Te Pego - Michel Teló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Eres Tú - Mocedades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Por Debajo de la Mesa - Luis Miguel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Ojos Así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Bailando -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Rayando el Sol - Maná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Camisa Negra - Juanes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Waka Waka -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Cuando Seas Grande - El Canto del Loco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Corazón Partio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40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Cuando Seas Grande - El Canto del 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La Camisa Negra - Juanes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Me Enamoré -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Incondicional - Luis Miguel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 Dios le Pido - Juanes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Por Debajo de la Mesa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Bicicleta - Carlos Vives &amp;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La Tortura - Shakira ft. Alejandro Sanz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Rayando el Sol - Maná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Ai Se Eu Te Pego - Michel Teló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Corazón Partio -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Suavemente - Elvis Crespo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Vivir Mi Vida - Marc Anthony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Despacito - Luis Fonsi ft. Daddy Yankee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Bailando - Enrique Iglesias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Danza Kuduro - Don Omar ft. Lucenzo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Ojos Así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Y ¿Si Fuera Ella? - Alejandro Sanz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Waka Waka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Eres Tú - Mocedades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40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Waka Waka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Ojos Así -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Rayando el Sol - Maná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Danza Kuduro - Don Omar ft. Lucenzo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Por Debajo de la Mesa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Eres Tú - Mocedades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Me Enamoré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Ai Se Eu Te Pego - Michel Teló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 Bicicleta - Carlos Vives &amp; Shakira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 Tortura - Shakira ft. Alejandro Sanz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Corazón Partio -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Incondicional - Luis Miguel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Suavemente - Elvis Crespo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 Dios le Pido - Juanes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Despacito - Luis Fonsi ft. Daddy Yankee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Camisa Negra - Juanes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Cuando Seas Grande - El Canto del Loco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Bailando - Enrique Iglesias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Vivir Mi Vida - Marc Anthony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40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Corazón Partio - Alejandro Sanz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 Dios le Pido - Juanes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Rayando el Sol - Maná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Me Enamoré -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 ¿Si Fuera Ella?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Ojos Así -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Despacito - Luis Fonsi ft. Daddy Yankee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Vivir Mi Vida - Marc Anthony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Waka Waka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Cuando Seas Grande - El Canto del Loco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Danza Kuduro - Don Omar ft. Lucenzo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Por Debajo de la Mesa - Luis Miguel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Tortura - Shakira ft. Alejandro Sanz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La Incondicional - Luis Miguel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Eres Tú - Mocedades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 Camisa Negra - Juanes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Suavemente - Elvis Crespo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Bicicleta - Carlos Vives &amp;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Bailando - Enrique Iglesias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Ai Se Eu Te Pego - Michel Teló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40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Bailando - Enrique Iglesias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Incondicional - Luis Miguel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Danza Kuduro - Don Omar ft. Lucenzo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Corazón Partio -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Ai Se Eu Te Pego - Michel Teló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Rayando el Sol - Maná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Me Enamoré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Vivir Mi Vida - Marc Anthony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Cuando Seas Grande - El Canto del Loco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La Camisa Negra - Juanes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 Dios le Pido - Juanes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Y ¿Si Fuera Ella? - Alejandro Sanz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Waka Waka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Por Debajo de la Mesa - Luis Miguel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Tortura - Shakira ft. Alejandro Sanz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Ojos Así -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Suavemente - Elvis Crespo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Eres Tú - Mocedades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40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Me Enamoré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Rayando el Sol - Maná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Ojos Así -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La Bicicleta - Carlos Vives &amp; Shakira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Despacito - Luis Fonsi ft. Daddy Yankee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Ai Se Eu Te Pego - Michel Teló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Cuando Seas Grande - El Canto del 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La Camisa Negra - Juanes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 Incondicional - Luis Miguel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Bailando -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Eres Tú - Mocedades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Danza Kuduro - Don Omar ft. Lucenzo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 Dios le Pido - Juanes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Vivir Mi Vida - Marc Anthony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Corazón Partio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Suavemente - Elvis Crespo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Y ¿Si Fuera Ella? - Alejandro Sanz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Tortura - Shakira ft. Alejandro Sanz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Waka Waka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Por Debajo de la Mesa - Luis Miguel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40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Camisa Negra - Juanes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Ai Se Eu Te Pego - Michel Teló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Bailando - Enrique Iglesias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 Dios le Pido - Juanes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Vivir Mi Vida - Marc Anthony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Despacito - Luis Fonsi ft. Daddy Yankee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Cuando Seas Grande - El Canto del 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Suavemente - Elvis Crespo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Corazón Partio - Alejandro Sanz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 Tortura - Shakira ft.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Eres Tú - Mocedades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Y ¿Si Fuera Ella? -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Incondicional - Luis Miguel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Danza Kuduro - Don Omar ft. Lucenzo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 Bicicleta - Carlos Vives &amp;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Ojos Así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Waka Waka -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Por Debajo de la Mesa - Luis Miguel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Rayando el Sol - Maná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40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Ojos Así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Y ¿Si Fuera Ella?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Bailando - Enrique Iglesias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Suavemente - Elvis Crespo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Cuando Seas Grande - El Canto del Loco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Danza Kuduro - Don Omar ft. Lucenzo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Rayando el Sol - Maná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Por Debajo de la Mesa - Luis Miguel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Despacito - Luis Fonsi ft. Daddy Yankee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 Incondicional - Luis Miguel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 Dios le Pido - Juanes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Waka Waka -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Bicicleta - Carlos Vives &amp;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 Enamoré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Corazón Partio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 Camisa Negra - Juanes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Vivir Mi Vida - Marc Anthony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Eres Tú - Mocedades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La Tortura - Shakira ft. Alejandro Sanz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Ai Se Eu Te Pego - Michel Teló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40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Por Debajo de la Mesa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Vivir Mi Vida - Marc Anthony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Tortura - Shakira ft.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Eres Tú - Mocedades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Ai Se Eu Te Pego - Michel Teló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Ojos Así -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Suavemente - Elvis Crespo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Bailando - Enrique Iglesias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Waka Waka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Cuando Seas Grande - El Canto del Loco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Despacito - Luis Fonsi ft. Daddy Yankee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Y ¿Si Fuera Ella? -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Incondicional - Luis Miguel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Me Enamoré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 Dios le Pido - Juanes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La Bicicleta - Carlos Vives &amp;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Corazón Partio - Alejandro Sanz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Camisa Negra - Juanes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Danza Kuduro - Don Omar ft. Lucenzo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Rayando el Sol - Maná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40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Tortura - Shakira ft. Alejandro Sanz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 Dios le Pido - Juanes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Ai Se Eu Te Pego - Michel Teló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Ojos Así - Shakira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Eres Tú - Mocedades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Camisa Negra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Danza Kuduro - Don Omar ft. Lucenzo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Waka Waka - Shakira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Bailando - Enrique Iglesias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Rayando el Sol - Maná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Por Debajo de la Mesa - Luis Miguel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Incondicional - Luis Miguel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Suavemente - Elvis Crespo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Cuando Seas Grande - El Canto del Loco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Bicicleta - Carlos Vives &amp;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Despacito - Luis Fonsi ft. Daddy Yankee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Vivir Mi Vida - Marc Anthony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Corazón Partio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40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Incondicional - Luis Miguel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Suavemente - Elvis Crespo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Y ¿Si Fuera Ella? - Alejandro Sanz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Bailando - Enrique Iglesias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Me Enamoré -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Despacito - Luis Fonsi ft. Daddy Yankee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Ojos Así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 Tortura - Shakira ft. Alejandro Sanz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Ai Se Eu Te Pego - Michel Teló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Rayando el Sol - Maná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La Bicicleta - Carlos Vives &amp;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Waka Waka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Por Debajo de la Mesa - Luis Miguel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 Camisa Negra - Juanes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Cuando Seas Grande - El Canto del Loco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Eres Tú - Mocedades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Vivir Mi Vida - Marc Anthony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Danza Kuduro - Don Omar ft. Lucenzo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A Dios le Pido - Juanes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40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Danza Kuduro - Don Omar ft. Lucenzo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Me Enamoré -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Rayando el Sol - Maná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Vivir Mi Vida - Marc Anthony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 ¿Si Fuera Ella?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Ojos Así -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Suavemente - Elvis Crespo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La Tortura - Shakira ft. Alejandro Sanz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Bailando - Enrique Iglesias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Por Debajo de la Mesa - Luis Miguel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Eres Tú - Mocedades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Despacito - Luis Fonsi ft. Daddy Yankee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Waka Waka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 Dios le Pido - Juanes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Cuando Seas Grande - El Canto del Loco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Corazón Partio - Alejandro Sanz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La Incondicional - Luis Miguel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Bicicleta - Carlos Vives &amp; Shakira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Ai Se Eu Te Pego - Michel Teló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 Camisa Negra - Juanes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40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Bailando - Enrique Iglesias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Me Enamoré -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Suavemente - Elvis Crespo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La Incondicional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Cuando Seas Grande - El Canto del 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Corazón Partio - Alejandro Sanz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Ai Se Eu Te Pego - Michel Teló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 Tortura - Shakira ft.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La Bicicleta - Carlos Vives &amp;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Eres Tú - Mocedades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Camisa Negra - Juanes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Vivir Mi Vida - Marc Anthony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Waka Waka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Danza Kuduro - Don Omar ft. Lucenzo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Ojos Así - Shakira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Por Debajo de la Mesa - Luis Miguel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 Dios le Pido - Juanes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Rayando el Sol - Maná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40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Corazón Partio - Alejandro Sanz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Rayando el Sol - Maná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Bicicleta - Carlos Vives &amp; Shakira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Por Debajo de la Mesa - Luis Miguel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 ¿Si Fuera Ella?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 Dios le Pido - Juanes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Cuando Seas Grande - El Canto del 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Ojos Así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La Tortura - Shakira ft. Alejandro Sanz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La Incondicional - Luis Miguel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Bailando -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Waka Waka -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Suavemente - Elvis Crespo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Despacito - Luis Fonsi ft. Daddy Yankee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Me Enamoré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Danza Kuduro - Don Omar ft. Lucenzo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Ai Se Eu Te Pego - Michel Teló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Eres Tú - Mocedades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Vivir Mi Vida - Marc Anthony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 Camisa Negra - Juanes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40 · 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La Camisa Negra - Juanes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Cuando Seas Grande - El Canto del Loco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 Dios le Pido - Juanes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Danza Kuduro - Don Omar ft. Lucenzo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Suavemente - Elvis Crespo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Ai Se Eu Te Pego - Michel Teló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Bailando - Enrique Iglesias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Eres Tú - Mocedades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Rayando el Sol - Maná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Me Enamoré - Shakira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Vivir Mi Vida - Marc Anthony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Ojos Así -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La Tortura - Shakira ft. Alejandro Sanz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La Bicicleta - Carlos Vives &amp;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 ¿Si Fuera Ella?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Waka Waka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Por Debajo de la Mesa - Luis Miguel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La Incondicional - Luis Miguel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Corazón Partio - Alejandro Sanz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Despacito - Luis Fonsi ft. Daddy Yankee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39 de 40 · 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40/40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Rayando el Sol - Maná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Waka Waka -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La Camisa Negra - Juanes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Ai Se Eu Te Pego - Michel Teló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Por Debajo de la Mesa - Luis 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Vivir Mi Vida - Marc Anthony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La Tortura - Shakira ft.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Ojos Así - Shakira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Despacito - Luis Fonsi ft. Daddy Yankee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Cuando Seas Grande - El Canto del Loco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 Dios le Pido - Juanes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Suavemente - Elvis Crespo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Y ¿Si Fuera Ella? - Alejandro Sanz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Bailando -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La Bicicleta - Carlos Vives &amp;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Me Enamoré -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Eres Tú - Mocedades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Danza Kuduro - Don Omar ft. Lucenzo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Corazón Partio - Alejandro Sanz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La Incondicional - Luis Miguel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40 de 40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