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Rayando el Sol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Maná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Waka Waka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Camisa Negra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Ai Se Eu Te Pego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Michel Teló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Por Debajo de la Mesa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Vivir Mi Vida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Marc Anthony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Tortura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 ft. Alejandro Sanz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Ojos Así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Despacito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Fonsi ft. Daddy Yankee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Cuando Seas Grande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 Canto del Loco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 Dios le Pido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Juanes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Suavemente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Elvis Crespo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 ¿Si Fuera Ella?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Bailando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Enrique Iglesias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Bicicleta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Carlos Vives &amp; Shakira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Me Enamoré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Shakira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Eres Tú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Mocedades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Danza Kuduro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Don Omar ft. Lucenzo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Corazón Partio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Alejandro Sanz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La Incondicional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Luis Miguel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