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Cuando Seas Grande - El Canto del Loco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Por Debajo de la Mesa - Luis Miguel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Danza Kuduro - Don Omar ft. Lucenzo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La Camisa Negra - Juanes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Eres Tú - Mocedades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La Incondicional - Luis Miguel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La Tortura - Shakira ft. Alejandro Sanz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Ai Se Eu Te Pego - Michel Teló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2/20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Cuando Seas Grande - El Canto del Loco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Waka Waka - Shakira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Ojos Así - Shakira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Me Enamoré - Shakira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Bailando - Enrique Iglesias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La Camisa Negra - Juanes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La Bicicleta - Carlos Vives &amp; Shakira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Ai Se Eu Te Pego - Michel Teló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3/20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Rayando el Sol - Maná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Ojos Así - Shakira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Eres Tú - Mocedades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Vivir Mi Vida - Marc Anthony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Cuando Seas Grande - El Canto del Loco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Ai Se Eu Te Pego - Michel Teló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Danza Kuduro - Don Omar ft. Lucenzo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Por Debajo de la Mesa - Luis Miguel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 de 7 · 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4/20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Ojos Así - Shakira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Bailando - Enrique Iglesias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Eres Tú - Mocedades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Suavemente - Elvis Crespo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Y ¿Si Fuera Ella? - Alejandro Sanz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La Tortura - Shakira ft. Alejandro Sanz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Waka Waka - Shakira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La Incondicional - Luis Miguel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5/20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La Bicicleta - Carlos Vives &amp; Shakira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Ojos Así - Shakira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Cuando Seas Grande - El Canto del Loco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Danza Kuduro - Don Omar ft. Lucenzo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A Dios le Pido - Juanes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Corazón Partio - Alejandro Sanz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La Incondicional - Luis Miguel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Por Debajo de la Mesa - Luis Miguel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6/20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A Dios le Pido - Juanes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Cuando Seas Grande - El Canto del Loco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Despacito - Luis Fonsi ft. Daddy Yankee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Corazón Partio - Alejandro Sanz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La Tortura - Shakira ft. Alejandro Sanz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La Camisa Negra - Juanes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Ai Se Eu Te Pego - Michel Teló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Vivir Mi Vida - Marc Anthony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 de 7 · 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7/20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Me Enamoré - Shakira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La Bicicleta - Carlos Vives &amp; Shakira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La Tortura - Shakira ft. Alejandro Sanz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Bailando - Enrique Iglesias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La Camisa Negra - Juanes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Corazón Partio - Alejandro Sanz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A Dios le Pido - Juanes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Despacito - Luis Fonsi ft. Daddy Yankee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8/20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Por Debajo de la Mesa - Luis Miguel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Rayando el Sol - Maná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La Tortura - Shakira ft. Alejandro Sanz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Danza Kuduro - Don Omar ft. Lucenzo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Ojos Así - Shakira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Waka Waka - Shakira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Ai Se Eu Te Pego - Michel Teló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Cuando Seas Grande - El Canto del Loco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9/20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Me Enamoré - Shakira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A Dios le Pido - Juanes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Danza Kuduro - Don Omar ft. Lucenzo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Despacito - Luis Fonsi ft. Daddy Yankee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Eres Tú - Mocedades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Rayando el Sol - Maná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La Camisa Negra - Juanes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Y ¿Si Fuera Ella? - Alejandro Sanz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 de 7 · 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10/20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La Tortura - Shakira ft. Alejandro Sanz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Vivir Mi Vida - Marc Anthony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Suavemente - Elvis Crespo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Rayando el Sol - Maná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La Incondicional - Luis Miguel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La Bicicleta - Carlos Vives &amp; Shakira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Despacito - Luis Fonsi ft. Daddy Yankee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Ai Se Eu Te Pego - Michel Teló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11/20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La Incondicional - Luis Miguel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Bailando - Enrique Iglesias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Ai Se Eu Te Pego - Michel Teló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Cuando Seas Grande - El Canto del Loco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Vivir Mi Vida - Marc Anthony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Despacito - Luis Fonsi ft. Daddy Yankee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La Camisa Negra - Juanes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Ojos Así - Shakira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12/20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La Bicicleta - Carlos Vives &amp; Shakira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Cuando Seas Grande - El Canto del Loco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La Tortura - Shakira ft. Alejandro Sanz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Rayando el Sol - Maná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Danza Kuduro - Don Omar ft. Lucenzo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Me Enamoré - Shakira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Eres Tú - Mocedades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A Dios le Pido - Juanes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 de 7 · 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13/20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Ai Se Eu Te Pego - Michel Teló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La Camisa Negra - Juanes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Despacito - Luis Fonsi ft. Daddy Yankee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Rayando el Sol - Maná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Eres Tú - Mocedades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Y ¿Si Fuera Ella? - Alejandro Sanz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Waka Waka - Shakira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Por Debajo de la Mesa - Luis Miguel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14/20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Suavemente - Elvis Crespo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Vivir Mi Vida - Marc Anthony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Waka Waka - Shakira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Ojos Así - Shakira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Rayando el Sol - Maná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Ai Se Eu Te Pego - Michel Teló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Danza Kuduro - Don Omar ft. Lucenzo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Bailando - Enrique Iglesias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15/20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La Incondicional - Luis Miguel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Corazón Partio - Alejandro Sanz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La Tortura - Shakira ft. Alejandro Sanz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Cuando Seas Grande - El Canto del Loco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A Dios le Pido - Juanes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La Bicicleta - Carlos Vives &amp; Shakira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Ojos Así - Shakira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Eres Tú - Mocedades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5 de 7 · 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16/20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Danza Kuduro - Don Omar ft. Lucenzo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La Bicicleta - Carlos Vives &amp; Shakira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La Camisa Negra - Juanes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Vivir Mi Vida - Marc Anthony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Y ¿Si Fuera Ella? - Alejandro Sanz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Cuando Seas Grande - El Canto del Loco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Ojos Así - Shakira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Ai Se Eu Te Pego - Michel Teló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17/20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Y ¿Si Fuera Ella? - Alejandro Sanz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Bailando - Enrique Iglesias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Ai Se Eu Te Pego - Michel Teló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Suavemente - Elvis Crespo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Vivir Mi Vida - Marc Anthony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Corazón Partio - Alejandro Sanz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La Bicicleta - Carlos Vives &amp; Shakira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La Incondicional - Luis Miguel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18/20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La Bicicleta - Carlos Vives &amp; Shakira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Cuando Seas Grande - El Canto del Loco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Waka Waka - Shakira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Por Debajo de la Mesa - Luis Miguel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Eres Tú - Mocedades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La Tortura - Shakira ft. Alejandro Sanz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Vivir Mi Vida - Marc Anthony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La Camisa Negra - Juanes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6 de 7 · 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8C42"/>
                </a:solidFill>
              </a:defRPr>
            </a:pPr>
            <a:r>
              <a:t>🎵 BINGO MUSICAL - Pop Latino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19/20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Eres Tú - Mocedades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La Tortura - Shakira ft. Alejandro Sanz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Y ¿Si Fuera Ella? - Alejandro Sanz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Por Debajo de la Mesa - Luis Miguel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Cuando Seas Grande - El Canto del Loco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Ojos Así - Shakira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La Bicicleta - Carlos Vives &amp; Shakira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La Camisa Negra - Juanes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</a:defRPr>
            </a:pPr>
            <a:r>
              <a:t>Cartón 20/20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Y ¿Si Fuera Ella? - Alejandro Sanz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Vivir Mi Vida - Marc Anthony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A Dios le Pido - Juanes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Danza Kuduro - Don Omar ft. Lucenzo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Suavemente - Elvis Crespo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La Incondicional - Luis Miguel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Despacito - Luis Fonsi ft. Daddy Yankee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Rayando el Sol - Maná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7 de 7 · 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