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14 - Don Omar - Danza Kuduro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32 - Melendi - Caminando por la vida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48 - Juan Magan - Ayer la vi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26 - Aitana - Las Babys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45 - King Africa - Bomba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29 - Luck Ra - La morocha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13 - Nino Bravo - Libre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17 - Zapato veloz - Tractor amarillo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12 - Joaquín Sabina - Y nos dieron las 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38 - David Civera - Que la detengan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48 - Juan Magan - Ayer la vi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1 - Los Del Rio - Macarena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4 - Coyote Dax - No rompas más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12 - Joaquín Sabina - Y nos dieron las 10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47 - Sebastian Yatra - Tacones rojos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13 - Nino Bravo - Libre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33 - Proyecto Uno - El Tiburón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45 - King Africa - Bomba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17 - Zapato veloz - Tractor amarillo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14 - Don Omar - Danza Kuduro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17 - Zapato veloz - Tractor amarillo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29 - Luck Ra - La morocha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45 - King Africa - Bomba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24 - El Canto del Loco - Zapatillas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12 - Joaquín Sabina - Y nos dieron las 10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33 - Proyecto Uno - El Tiburón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4 - Coyote Dax - No Rompas Más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38 - David Civera - Que la detengan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48 - Juan Magan - Ayer la vi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8 - Alaska - A quien le importa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44 - David Bisbal - Si tu quieres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45 - King Africa - Bomba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26 - Aitana - Las Babys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6 - Georgie Dann - La Barbacoa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39 - Paulina Rubio - Y yo sigo aquí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30 - José Luis Perales - Un Velero Llamado Libertad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6 - Georgie Dann - La Barbacoa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45 - King Africa - Bomba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4 - Coyote Dax - No Rompas Más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39 - Paulina Rubio - Y yo sigo aquí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31 - Lola Indigo - La reina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47 - Sebastian Yatra - Tacones rojos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5 - Isabel Aaiun - El himno de mi peña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48 - Juan Magan - Ayer la vi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14 - Don Omar - Danza Kuduro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17 - Zapato veloz - Tractor amarillo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2 - La Oreja de Van Gogh - Rosas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8 - Alaska - A quien le importa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33 - Proyecto Uno - El Tiburón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26 - Aitana - Las Babys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47 - Sebastian Yatra - Tacones rojos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24 - El Canto del Loco - Zapatillas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12 - Joaquín Sabina - Y nos dieron las 10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1 - Los Del Rio - La Macarena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17 - Zapato veloz - Tractor amarillo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41 - Camela - Cuando zarpa el amor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7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12 - Joaquín Sabina - Y nos dieron las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34 - Estopa - Por la Raja de tu Falda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25 - Los refrescos - Aquí no hay playa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11 - Baby Lores - La mujer del pelotero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45 - King Africa - Bomba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24 - El Canto del Loco - Zapatillas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6 - Georgie Dann - La Barbacoa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48 - Juan Magan - Ayer la vi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16 - Izal - La Mujer de Verde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39 - Paulina Rubio - Y yo sigo aquí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10 - CNCO - Reguetón Lento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45 - King Africa - Bomba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4 - Coyote Dax - No Rompas Más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34 - Estopa - Por la Raja de tu Falda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19 - Myke Towers - Esa Falda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33 - Proyecto Uno - El Tiburón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5 - Isabel Aaiun - El himno de mi peña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29 - Luck Ra - La morocha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48 - Juan Magan - Ayer la vi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10 - CNCO - Reguetón Lento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11 - Baby Lores - La mujer del pelotero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45 - King Africa - Bomba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37 - La fiesta - Quiero montarme en tu velero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39 - Paulina Rubio - Y yo sigo aquí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1 - Los Del Rio - La Macarena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12 - Joaquín Sabina - Y nos dieron las 10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19 - Myke Towers - Esa Falda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34 - Estopa - Por la Raja de tu Falda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2 - La Oreja de Van Gogh - Rosas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4 - Coyote Dax - No Rompas Más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48 - Juan Magan - Ayer la vi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32 - Melendi - Caminando por la vida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17 - Zapato veloz - Tractor amarillo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39 - Paulina Rubio - Y yo sigo aquí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45 - King Africa - Bomba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2 - La Oreja de Van Gogh - Rosas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6 - Georgie Dann - La Barbacoa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13 - Nino Bravo - Libre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25 - Los refrescos - Aquí no hay playa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10 - CNCO - Reguetón Lento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26 - Aitana - Las Babys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47 - Sebastian Yatra - Tacones rojos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34 - Estopa - Por la Raja de tu Falda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37 - La fiesta - Quiero montarme en tu velero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2 - La Oreja de Van Gogh - Rosas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13 - Nino Bravo - Libre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45 - King Africa - Bomba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29 - Luck Ra - La morocha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4 - Coyote Dax - No Rompas Más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16 - Izal - La Mujer de Verde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45 - King Africa - Bomba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29 - Luck Ra - La morocha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34 - Estopa - Por la Raja de tu Falda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5 - Isabel Aaiun - El himno de mi peña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24 - El Canto del Loco - Zapatillas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13 - Nino Bravo - Libre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33 - Proyecto Uno - El Tiburón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44 - David Bisbal - Buleria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2 - La Oreja de Van Gogh - Rosas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5 - Isabel Aaiun - El himno de mi peña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48 - Juan Magan - Ayer la vi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8 - Alaska - A quien le importa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19 - Myke Towers - Esa Falda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39 - Paulina Rubio - Y yo sigo aquí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45 - King Africa - Bomba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47 - Sebastian Yatra - Tacones rojos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6 - Georgie Dann - La Barbacoa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13 - Nino Bravo - Libre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41 - Camela - Cuando zarpa el amor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30 - José Luis Perales - Un Velero Llamado Libertad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47 - Sebastian Yatra - Tacones rojos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34 - Estopa - Por la Raja de tu Falda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26 - Aitana - Las Babys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37 - La fiesta - Quiero montarme en tu velero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45 - King Africa - Bomba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5 - Isabel Aaiun - El himno de mi peña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48 - Juan Magan - Ayer la vi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4 - Coyote Dax - No Rompas Más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39 - Paulina Rubio - Y yo sigo aquí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10 - CNCO - Reguetón Lento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11 - Baby Lores - La mujer del pelotero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34 - Estopa - Por la Raja de tu Falda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39 - Paulina Rubio - Y yo sigo aquí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31 - Lola Indigo - La reina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37 - La fiesta - Quiero montarme en tu velero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24 - El Canto del Loco - Zapatillas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10 - CNCO - Reguetón Lento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4 - Coyote Dax - No Rompas Más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44 - David Bisbal - Buleria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2 - La Oreja de Van Gogh - Rosas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47 - Sebastian Yatra - Tacones rojos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25 - Los refrescos - Aquí no hay playa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5 - Isabel Aaiun - El himno de mi peña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26 - Aitana - Las Babys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20 - La pegatina - Mari Carmen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39 - Paulina Rubio - Y yo sigo aquí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48 - Juan Magan - Ayer la vi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4 - Coyote Dax - No Rompas Más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6 - Georgie Dann - La Barbacoa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13 - Nino Bravo - Libre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34 - Estopa - Por la Raja de tu Falda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10 - CNCO - Reguetón Lento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9 - Radio Futura - Escuela de Calor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8 - Alaska - A quien le importa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48 - Juan Magan - Ayer la vi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34 - Estopa - Por la Raja de tu Falda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25 - Los refrescos - Aquí no hay playa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37 - La fiesta - Quiero montarme en tu velero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24 - El Canto del Loco - Zapatillas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39 - Paulina Rubio - Y yo sigo aquí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47 - Sebastian Yatra - Tacones rojos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4 - Coyote Dax - No Rompas Más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17 - Zapato veloz - Tractor amarillo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17 - Zapato veloz - Tractor amarillo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25 - Los refrescos - Aquí no hay playa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16 - Izal - La Mujer de Verde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34 - Estopa - Por la Raja de tu Falda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48 - Juan Magan - Ayer la vi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24 - El Canto del Loco - Zapatillas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41 - Camela - Cuando zarpa el amor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43 - El simbolo - Levantando las manos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44 - David Bisbal - Buleria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10 - CNCO - Reguetón Lento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2 - La Oreja de Van Gogh - Rosas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8 - Alaska - A quien le importa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19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13 - Nino Bravo - Libre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48 - Juan Magan - Ayer la vi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8 - Alaska - A quien le importa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25 - Los refrescos - Aquí no hay playa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39 - Paulina Rubio - Y yo sigo aquí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45 - King Africa - Bomba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41 - Camela - Cuando zarpa el amor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6 - Georgie Dann - La Barbacoa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16 - Izal - La Mujer de Verde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34 - Estopa - Por la Raja de tu Falda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10 - CNCO - Reguetón Lento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41 - Camela - Cuando zarpa el amor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45 - King Africa - Bomba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6 - Georgie Dann - La Barbacoa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26 - Aitana - Las Babys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48 - Juan Magan - Ayer la vi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31 - Lola Indigo - La reina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39 - Paulina Rubio - Y yo sigo aquí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47 - Sebastian Yatra - Tacones rojos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2 - La Oreja de Van Gogh - Rosas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4 - Coyote Dax - No Rompas Más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21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26 - Aitana - Las Babys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11 - Baby Lores - La mujer del pelotero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37 - La fiesta - Quiero montarme en tu velero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5 - Isabel Aaiun - El himno de mi peña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43 - El simbolo - Levantando las manos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24 - El Canto del Loco - Zapatillas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34 - Estopa - Por la Raja de tu Falda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19 - Myke Towers - Esa Falda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44 - David Bisbal - Buleria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2 - La Oreja de Van Gogh - Rosas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30 - José Luis Perales - Un Velero Llamado Libertad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48 - Juan Magan - Ayer la vi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37 - La fiesta - Quiero montarme en tu velero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11 - Baby Lores - La mujer del pelotero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17 - Zapato veloz - Tractor amarillo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32 - Melendi - Caminando por la vida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4 - Coyote Dax - No Rompas Más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5 - Isabel Aaiun - El himno de mi peña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13 - Nino Bravo - Libre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31 - Lola Indigo - La reina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24 - El Canto del Loco - Zapatillas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23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48 - Juan Magan - Ayer la vi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31 - Lola Indigo - La reina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34 - Estopa - Por la Raja de tu Falda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13 - Nino Bravo - Libre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7 - Raphael - Mi gran noche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41 - Camela - Cuando zarpa el amor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26 - Aitana - Las Babys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4 - Coyote Dax - No Rompas Más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39 - Paulina Rubio - Y yo sigo aquí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17 - Zapato veloz - Tractor amarillo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30 - José Luis Perales - Un Velero Llamado Libertad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24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26 - Aitana - Las Babys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39 - Paulina Rubio - Y yo sigo aquí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31 - Lola Indigo - La reina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4 - Coyote Dax - No Rompas Más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47 - Sebastian Yatra - Tacones rojos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40 - Vicco - Nochentera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7 - Raphael - Mi gran noche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44 - David Bisbal - Buleria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34 - Estopa - Por la Raja de tu Falda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2 - La Oreja de Van Gogh - Rosas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19 - Myke Towers - Esa Falda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25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4 - Coyote Dax - No Rompas Más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34 - Estopa - Por la Raja de tu Falda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8 - Alaska - A quien le importa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24 - El Canto del Loco - Zapatillas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39 - Paulina Rubio - Y yo sigo aquí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48 - Juan Magan - Ayer la vi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6 - Georgie Dann - La Barbacoa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13 - Nino Bravo - Libre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16 - Izal - La Mujer de Verde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29 - Luck Ra - La morocha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26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34 - Estopa - Por la Raja de tu Falda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14 - Don Omar - Danza Kuduro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39 - Paulina Rubio - Y yo sigo aquí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6 - Georgie Dann - La Barbacoa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5 - Isabel Aaiun - El himno de mi peña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47 - Sebastian Yatra - Tacones rojos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48 - Juan Magan - Ayer la vi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41 - Camela - Cuando zarpa el amor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27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9 - Radio Futura - Escuela de Calor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43 - El simbolo - Levantando las manos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10 - CNCO - Reguetón Lento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4 - Coyote Dax - No Rompas Más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40 - Vicco - Nochentera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7 - Raphael - Mi gran noche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14 - Don Omar - Danza Kuduro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34 - Estopa - Por la Raja de tu Falda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2 - La Oreja de Van Gogh - Rosas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44 - David Bisbal - Buleria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48 - Juan Magan - Ayer la vi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1 - Los Del Rio - La Macarena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14 - Don Omar - Danza Kuduro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37 - La fiesta - Quiero montarme en tu velero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34 - Estopa - Por la Raja de tu Falda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39 - Paulina Rubio - Y yo sigo aquí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8 - Alaska - A quien le importa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29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26 - Aitana - Las Babys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47 - Sebastian Yatra - Tacones rojos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7 - Raphael - Mi gran noche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31 - Lola Indigo - La reina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37 - La fiesta - Quiero montarme en tu velero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13 - Nino Bravo - Libre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39 - Paulina Rubio - Y yo sigo aquí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29 - Luck Ra - La morocha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17 - Zapato veloz - Tractor amarillo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43 - El simbolo - Levantando las manos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30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34 - Estopa - Por la Raja de tu Falda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20 - La pegatina - Mari Carmen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40 - Vicco - Nochentera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24 - El Canto del Loco - Zapatillas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11 - Baby Lores - La mujer del pelotero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7 - Raphael - Mi gran noche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44 - David Bisbal - Buleria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39 - Paulina Rubio - Y yo sigo aquí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2 - La Oreja de Van Gogh - Rosas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41 - Camela - Cuando zarpa el amor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31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34 - Estopa - Por la Raja de tu Falda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8 - Alaska - A quien le importa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1 - Los Del Rio - La Macarena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11 - Baby Lores - La mujer del pelotero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39 - Paulina Rubio - Y yo sigo aquí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47 - Sebastian Yatra - Tacones rojos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6 - Georgie Dann - La Barbacoa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48 - Juan Magan - Ayer la vi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32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41 - Camela - Cuando zarpa el amor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7 - Raphael - Mi gran noche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31 - Lola Indigo - La reina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48 - Juan Magan - Ayer la vi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5 - Isabel Aaiun - El himno de mi peña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32 - Melendi - Caminando por la vida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37 - La fiesta - Quiero montarme en tu velero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6 - Georgie Dann - La Barbacoa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17 - Zapato veloz - Tractor amarillo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40 - Vicco - Nochentera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33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34 - Estopa - Por la Raja de tu Falda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32 - Melendi - Caminando por la vida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44 - David Bisbal - Buleria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9 - Radio Futura - Escuela de Calor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37 - La fiesta - Quiero montarme en tu velero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40 - Vicco - Nochentera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7 - Raphael - Mi gran noche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14 - Don Omar - Danza Kuduro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2 - La Oreja de Van Gogh - Rosas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43 - El simbolo - Levantando las manos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34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9 - Radio Futura - Escuela de Calor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34 - Estopa - Por la Raja de tu Falda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1 - Los Del Rio - La Macarena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11 - Baby Lores - La mujer del pelotero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26 - Aitana - Las Babys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44 - David Bisbal - Buleria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36 - Karol G - Si antes te hubiera conocido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37 - La fiesta - Quiero montarme en tu velero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29 - Luck Ra - La morocha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40 - Vicco - Nochentera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20 - La pegatina - Mari Carmen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35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40 - Vicco - Nochentera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36 - Karol G - Si antes te hubiera conocido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26 - Aitana - Las Babys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11 - Baby Lores - La mujer del pelotero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31 - Lola Indigo - La reina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48 - Juan Magan - Ayer la vi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5 - Isabel Aaiun - El himno de mi peña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37 - La fiesta - Quiero montarme en tu velero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41 - Camela - Cuando zarpa el amor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17 - Zapato veloz - Tractor amarillo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36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26 - Aitana - Las Babys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36 - Karol G - Si antes te hubiera conocido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9 - Radio Futura - Escuela de Calor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37 - La fiesta - Quiero montarme en tu velero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40 - Vicco - Nochentera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43 - El simbolo - Levantando las manos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1 - Los Del Rio - La Macarena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29 - Luck Ra - La morocha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30 - José Luis Perales - Un Velero Llamado Libertad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37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37 - La fiesta - Quiero montarme en tu velero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26 - Aitana - Las Babys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8 - Alaska - A quien le importa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27 - Chocolate Latino - Mayonesa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48 - Juan Magan - Ayer la vi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45 - King Africa - Bomba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29 - Luck Ra - La morocha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6 - Georgie Dann - La Barbacoa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33 - Proyecto Uno - El Tiburón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17 - Zapato veloz - Tractor amarillo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19 - Myke Towers - Esa Falda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38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8 - Alaska - A quien le importa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45 - King Africa - Bomba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13 - Nino Bravo - Libre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48 - Juan Magan - Ayer la vi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37 - La fiesta - Quiero montarme en tu velero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29 - Luck Ra - La morocha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33 - Proyecto Uno - El Tiburón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17 - Zapato veloz - Tractor amarillo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39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6 - Georgie Dann - La Barbacoa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45 - King Africa - Bomba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38 - David Civera - Que la detengan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37 - La fiesta - Quiero montarme en tu velero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24 - El Canto del Loco - Zapatillas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12 - Joaquín Sabina - Y nos dieron las 10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19 - Myke Towers - Esa Falda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17 - Zapato veloz - Tractor amarillo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2 - La Oreja de Van Gogh - Rosas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30 - José Luis Perales - Un Velero Llamado Libertad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40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27 - Chocolate Latino - Mayonesa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10 - CNCO - Reguetón Lento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32 - Melendi - Caminando por la vida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11 - Baby Lores - La mujer del pelotero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47 - Sebastian Yatra - Tacones rojos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48 - Juan Magan - Ayer la vi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20 - La pegatina - Mari Carmen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26 - Aitana - Las Babys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13 - Nino Bravo - Libre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2 - La Oreja de Van Gogh - Rosas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29 - Luck Ra - La morocha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30 - José Luis Perales - Un Velero Llamado Libertad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41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11 - Baby Lores - La mujer del pelotero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34 - Estopa - Por la Raja de tu Falda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26 - Aitana - Las Babys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37 - La fiesta - Quiero montarme en tu velero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29 - Luck Ra - La morocha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40 - Vicco - Nochentera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44 - David Bisbal - Buleria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6 - Georgie Dann - La Barbacoa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17 - Zapato veloz - Tractor amarillo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42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26 - Aitana - Las Babys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47 - Sebastian Yatra - Tacones rojos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48 - Juan Magan - Ayer la vi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27 - Chocolate Latino - Mayonesa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36 - Karol G - Si antes te hubiera conocido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24 - El Canto del Loco - Zapatillas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11 - Baby Lores - La mujer del pelotero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43 - El simbolo - Levantando las manos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14 - Don Omar - Danza Kuduro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1 - Los Del Rio - La Macarena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32 - Melendi - Caminando por la vida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19 - Myke Towers - Esa Falda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43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30 - José Luis Perales - Un Velero Llamado Libertad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48 - Juan Magan - Ayer la vi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8 - Alaska - A quien le importa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11 - Baby Lores - La mujer del pelotero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44 - David Bisbal - Buleria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37 - La fiesta - Quiero montarme en tu velero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29 - Luck Ra - La morocha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35 - Las ketchup - Asereje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41 - Camela - Cuando zarpa el amor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17 - Zapato veloz - Tractor amarillo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10 - CNCO - Reguetón Lento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44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12 - Joaquín Sabina - Y nos dieron las 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6 - Georgie Dann - La Barbacoa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31 - Lola Indigo - La reina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47 - Sebastian Yatra - Tacones rojos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27 - Chocolate Latino - Mayonesa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18 - Amaral - Mis amigos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37 - La fiesta - Quiero montarme en tu velero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11 - Baby Lores - La mujer del pelotero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40 - Vicco - Nochentera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45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8 - Alaska - A quien le importa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37 - La fiesta - Quiero montarme en tu velero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6 - Georgie Dann - La Barbacoa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48 - Juan Magan - Ayer la vi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43 - El simbolo - Levantando las manos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29 - Luck Ra - La morocha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19 - Myke Towers - Esa Falda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14 - Don Omar - Danza Kuduro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11 - Baby Lores - La mujer del pelotero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25 - Los refrescos - Aquí no hay playa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35 - Las ketchup - Asereje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46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25 - Los refrescos - Aquí no hay playa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48 - Juan Magan - Ayer la vi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32 - Melendi - Caminando por la vida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4 - Coyote Dax - No Rompas Más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14 - Don Omar - Danza Kuduro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29 - Luck Ra - La morocha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9 - Radio Futura - Escuela de Calor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40 - Vicco - Nochentera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27 - Chocolate Latino - Mayonesa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36 - Karol G - Si antes te hubiera conocido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10 - CNCO - Reguetón Lento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47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18 - Amaral - Mis amigos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4 - Coyote Dax - No Rompas Más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37 - La fiesta - Quiero montarme en tu velero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25 - Los refrescos - Aquí no hay playa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10 - CNCO - Reguetón Lento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43 - El simbolo - Levantando las manos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35 - Las ketchup - Asereje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48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36 - Karol G - Si antes te hubiera conocido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25 - Los refrescos - Aquí no hay playa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48 - Juan Magan - Ayer la vi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4 - Coyote Dax - No Rompas Más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44 - David Bisbal - Buleria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29 - Luck Ra - La morocha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35 - Las ketchup - Asereje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7 - Raphael - Mi gran noche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14 - Don Omar - Danza Kuduro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1 - Los Del Rio - La Macarena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17 - Zapato veloz - Tractor amarillo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27 - Chocolate Latino - Mayonesa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49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48 - Juan Magan - Ayer la vi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18 - Amaral - Mis amigos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14 - Don Omar - Danza Kuduro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34 - Estopa - Por la Raja de tu Falda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41 - Camela - Cuando zarpa el amor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36 - Karol G - Si antes te hubiera conocido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25 - Los refrescos - Aquí no hay playa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35 - Las ketchup - Asereje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19 - Myke Towers - Esa Falda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50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36 - Karol G - Si antes te hubiera conocido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44 - David Bisbal - Buleria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33 - Proyecto Uno - El Tiburón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4 - Coyote Dax - No Rompas Más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34 - Estopa - Por la Raja de tu Falda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41 - Camela - Cuando zarpa el amor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2 - La Oreja de Van Gogh - Rosas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14 - Don Omar - Danza Kuduro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35 - Las ketchup - Asereje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29 - Luck Ra - La morocha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20 - La pegatina - Mari Carmen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22 - Daddy Yankee - Gasolina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51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40 - Vicco - Nochentera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17 - Zapato veloz - Tractor amarillo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43 - El simbolo - Levantando las manos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34 - Estopa - Por la Raja de tu Falda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41 - Camela - Cuando zarpa el amor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36 - Karol G - Si antes te hubiera conocido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7 - Raphael - Mi gran noche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14 - Don Omar - Danza Kuduro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1 - Los Del Rio - La Macarena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30 - José Luis Perales - Un Velero Llamado Libertad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52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17 - Zapato veloz - Tractor amarillo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49 - ROSÉ &amp; Bruno Mars - APT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18 - Amaral - Mis amigos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12 - Joaquín Sabina - Y nos dieron las 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45 - King Africa - Bomba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10 - CNCO - Reguetón Lento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38 - David Civera - Que la detengan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33 - Proyecto Uno - El Tiburón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1 - Los Del Rio - La Macarena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53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38 - David Civera - Que la detengan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33 - Proyecto Uno - El Tiburón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18 - Amaral - Mis amigos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24 - El Canto del Loco - Zapatillas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7 - Raphael - Mi gran noche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5 - Isabel Aaiun - El himno de mi peña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8 - Alaska - A quien le importa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54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26 - Aitana - Las Babys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33 - Proyecto Uno - El Tiburón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45 - King Africa - Bomba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30 - José Luis Perales - Un Velero Llamado Libertad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18 - Amaral - Mis amigos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10 - CNCO - Reguetón Lento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19 - Myke Towers - Esa Falda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17 - Zapato veloz - Tractor amarillo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2 - La Oreja de Van Gogh - Rosas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46 - Katy Perry - Roar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55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20 - La pegatina - Mari Carmen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41 - Camela - Cuando zarpa el amor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16 - Izal - La Mujer de Verde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36 - Karol G - Si antes te hubiera conocido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2 - La Oreja de Van Gogh - Rosas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14 - Don Omar - Danza Kuduro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11 - Baby Lores - La mujer del pelotero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25 - Los refrescos - Aquí no hay playa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29 - Luck Ra - La morocha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30 - José Luis Perales - Un Velero Llamado Libertad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56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4 - Coyote Dax - No Rompas Más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36 - Karol G - Si antes te hubiera conocido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44 - David Bisbal - Buleria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31 - Lola Indigo - La reina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1 - Los Del Rio - La Macarena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35 - Las ketchup - Asereje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20 - La pegatina - Mari Carmen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25 - Los refrescos - Aquí no hay playa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16 - Izal - La Mujer de Verde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22 - Daddy Yankee - Gasolina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57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18 - Amaral - Mis amigos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9 - Radio Futura - Escuela de Calor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40 - Vicco - Nochentera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19 - Myke Towers - Esa Falda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43 - El simbolo - Levantando las manos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35 - Las ketchup - Asereje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2 - La Oreja de Van Gogh - Rosas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30 - José Luis Perales - Un Velero Llamado Libertad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58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18 - Amaral - Mis amigos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48 - Juan Magan - Ayer la vi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8 - Alaska - A quien le importa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17 - Zapato veloz - Tractor amarillo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39 - Paulina Rubio - Y yo sigo aquí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12 - Joaquín Sabina - Y nos dieron las 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45 - King Africa - Bomba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6 - Georgie Dann - La Barbacoa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13 - Nino Bravo - Libre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33 - Proyecto Uno - El Tiburón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59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41 - Camela - Cuando zarpa el amor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48 - Juan Magan - Ayer la vi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45 - King Africa - Bomba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31 - Lola Indigo - La reina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47 - Sebastian Yatra - Tacones rojos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18 - Amaral - Mis amigos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34 - Estopa - Por la Raja de tu Falda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4 - Coyote Dax - No Rompas Más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10 - CNCO - Reguetón Lento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60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13 - Nino Bravo - Libre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39 - Paulina Rubio - Y yo sigo aquí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20 - La pegatina - Mari Carmen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45 - King Africa - Bomba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18 - Amaral - Mis amigos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24 - El Canto del Loco - Zapatillas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10 - CNCO - Reguetón Lento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34 - Estopa - Por la Raja de tu Falda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44 - David Bisbal - Buleria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2 - La Oreja de Van Gogh - Rosas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4 - Coyote Dax - No Rompas Más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61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1 - Los Del Rio - La Macarena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18 - Amaral - Mis amigos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11 - Baby Lores - La mujer del pelotero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47 - Sebastian Yatra - Tacones rojos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24 - El Canto del Loco - Zapatillas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40 - Vicco - Nochentera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35 - Las ketchup - Asereje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10 - CNCO - Reguetón Lento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62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41 - Camela - Cuando zarpa el amor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11 - Baby Lores - La mujer del pelotero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6 - Georgie Dann - La Barbacoa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12 - Joaquín Sabina - Y nos dieron las 10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10 - CNCO - Reguetón Lento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14 - Don Omar - Danza Kuduro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43 - El simbolo - Levantando las manos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27 - Chocolate Latino - Mayonesa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20 - La pegatina - Mari Carmen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35 - Las ketchup - Asereje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63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40 - Vicco - Nochentera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5 - Isabel Aaiun - El himno de mi peña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6 - Georgie Dann - La Barbacoa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41 - Camela - Cuando zarpa el amor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47 - Sebastian Yatra - Tacones rojos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11 - Baby Lores - La mujer del pelotero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44 - David Bisbal - Buleria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1 - Los Del Rio - La Macarena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10 - CNCO - Reguetón Lento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35 - Las ketchup - Asereje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64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14 - Don Omar - Danza Kuduro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18 - Amaral - Mis amigos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20 - La pegatina - Mari Carmen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41 - Camela - Cuando zarpa el amor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12 - Joaquín Sabina - Y nos dieron las 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36 - Karol G - Si antes te hubiera conocido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25 - Los refrescos - Aquí no hay playa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35 - Las ketchup - Asereje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9 - Radio Futura - Escuela de Calor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65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41 - Camela - Cuando zarpa el amor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33 - Proyecto Uno - El Tiburón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18 - Amaral - Mis amigos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4 - Coyote Dax - No Rompas Más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22 - Daddy Yankee - Gasolina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43 - El simbolo - Levantando las manos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9 - Radio Futura - Escuela de Calor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44 - David Bisbal - Buleria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12 - Joaquín Sabina - Y nos dieron las 10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40 - Vicco - Nochentera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30 - José Luis Perales - Un Velero Llamado Libertad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66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36 - Karol G - Si antes te hubiera conocido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20 - La pegatina - Mari Carmen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35 - Las ketchup - Asereje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9 - Radio Futura - Escuela de Calor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40 - Vicco - Nochentera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12 - Joaquín Sabina - Y nos dieron las 10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43 - El simbolo - Levantando las manos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4 - Coyote Dax - No Rompas Más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16 - Izal - La Mujer de Verde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67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35 - Las ketchup - Asereje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26 - Aitana - Las Babys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6 - Georgie Dann - La Barbacoa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36 - Karol G - Si antes te hubiera conocido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48 - Juan Magan - Ayer la vi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9 - Radio Futura - Escuela de Calor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34 - Estopa - Por la Raja de tu Falda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27 - Chocolate Latino - Mayonesa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16 - Izal - La Mujer de Verde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68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35 - Las ketchup - Asereje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48 - Juan Magan - Ayer la vi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14 - Don Omar - Danza Kuduro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18 - Amaral - Mis amigos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1 - Los Del Rio - La Macarena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9 - Radio Futura - Escuela de Calor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34 - Estopa - Por la Raja de tu Falda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36 - Karol G - Si antes te hubiera conocido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25 - Los refrescos - Aquí no hay playa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69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33 - Proyecto Uno - El Tiburón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2 - La Oreja de Van Gogh - Rosas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35 - Las ketchup - Asereje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40 - Vicco - Nochentera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6 - Georgie Dann - La Barbacoa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43 - El simbolo - Levantando las manos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44 - David Bisbal - Buleria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1 - Los Del Rio - La Macarena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36 - Karol G - Si antes te hubiera conocido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20 - La pegatina - Mari Carmen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70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27 - Chocolate Latino - Mayonesa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32 - Melendi - Caminando por la vida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19 - Myke Towers - Esa Falda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6 - Georgie Dann - La Barbacoa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48 - Juan Magan - Ayer la vi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34 - Estopa - Por la Raja de tu Falda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43 - El simbolo - Levantando las manos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20 - La pegatina - Mari Carmen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41 - Camela - Cuando zarpa el amor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30 - José Luis Perales - Un Velero Llamado Libertad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71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41 - Camela - Cuando zarpa el amor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34 - Estopa - Por la Raja de tu Falda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4 - Coyote Dax - No Rompas Más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27 - Chocolate Latino - Mayonesa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1 - Los Del Rio - La Macarena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14 - Don Omar - Danza Kuduro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35 - Las ketchup - Asereje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40 - Vicco - Nochentera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20 - La pegatina - Mari Carmen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72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22 - Daddy Yankee - Gasolina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44 - David Bisbal - Buleria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33 - Proyecto Uno - El Tiburón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6 - Georgie Dann - La Barbacoa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40 - Vicco - Nochentera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7 - Raphael - Mi gran noche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35 - Las ketchup - Asereje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25 - Los refrescos - Aquí no hay playa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16 - Izal - La Mujer de Verde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20 - La pegatina - Mari Carmen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73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31 - Lola Indigo - La reina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47 - Sebastian Yatra - Tacones rojos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22 - Daddy Yankee - Gasolina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36 - Karol G - Si antes te hubiera conocido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9 - Radio Futura - Escuela de Calor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43 - El simbolo - Levantando las manos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5 - Isabel Aaiun - El himno de mi peña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16 - Izal - La Mujer de Verde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33 - Proyecto Uno - El Tiburón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20 - La pegatina - Mari Carmen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30 - José Luis Perales - Un Velero Llamado Libertad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74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41 - Camela - Cuando zarpa el amor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44 - David Bisbal - Buleria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4 - Coyote Dax - No Rompas Más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31 - Lola Indigo - La reina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33 - Proyecto Uno - El Tiburón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19 - Myke Towers - Esa Falda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47 - Sebastian Yatra - Tacones rojos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5 - Isabel Aaiun - El himno de mi peña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25 - Los refrescos - Aquí no hay playa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16 - Izal - La Mujer de Verde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30 - José Luis Perales - Un Velero Llamado Libertad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75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35 - Las ketchup - Asereje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40 - Vicco - Nochentera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6 - Georgie Dann - La Barbacoa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20 - La pegatina - Mari Carmen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33 - Proyecto Uno - El Tiburón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12 - Joaquín Sabina - Y nos dieron las 10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18 - Amaral - Mis amigos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43 - El simbolo - Levantando las manos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1 - Los Del Rio - La Macarena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27 - Chocolate Latino - Mayonesa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41 - Camela - Cuando zarpa el amor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76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5 - Isabel Aaiun - El himno de mi peña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27 - Chocolate Latino - Mayonesa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8 - Alaska - A quien le importa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11 - Baby Lores - La mujer del pelotero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40 - Vicco - Nochentera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48 - Juan Magan - Ayer la vi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44 - David Bisbal - Buleria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32 - Melendi - Caminando por la vida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29 - Luck Ra - La morocha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35 - Las ketchup - Asereje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19 - Myke Towers - Esa Falda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77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11 - Baby Lores - La mujer del pelotero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24 - El Canto del Loco - Zapatillas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36 - Karol G - Si antes te hubiera conocido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32 - Melendi - Caminando por la vida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31 - Lola Indigo - La reina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48 - Juan Magan - Ayer la vi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5 - Isabel Aaiun - El himno de mi peña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14 - Don Omar - Danza Kuduro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47 - Sebastian Yatra - Tacones rojos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6 - Georgie Dann - La Barbacoa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35 - Las ketchup - Asereje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18 - Amaral - Mis amigos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78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35 - Las ketchup - Asereje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11 - Baby Lores - La mujer del pelotero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40 - Vicco - Nochentera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27 - Chocolate Latino - Mayonesa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32 - Melendi - Caminando por la vida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47 - Sebastian Yatra - Tacones rojos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20 - La pegatina - Mari Carmen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44 - David Bisbal - Buleria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2 - La Oreja de Van Gogh - Rosas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43 - El simbolo - Levantando las manos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79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48 - Juan Magan - Ayer la vi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1 - Los Del Rio - La Macarena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11 - Baby Lores - La mujer del pelotero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39 - Paulina Rubio - Y yo sigo aquí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5 - Isabel Aaiun - El himno de mi peña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40 - Vicco - Nochentera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10 - CNCO - Reguetón Lento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13 - Nino Bravo - Libre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30 - José Luis Perales - Un Velero Llamado Libertad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80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11 - Baby Lores - La mujer del pelotero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41 - Camela - Cuando zarpa el amor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34 - Estopa - Por la Raja de tu Falda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47 - Sebastian Yatra - Tacones rojos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48 - Juan Magan - Ayer la vi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13 - Nino Bravo - Libre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10 - CNCO - Reguetón Lento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19 - Myke Towers - Esa Falda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6 - Georgie Dann - La Barbacoa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20 - La pegatina - Mari Carmen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39 - Paulina Rubio - Y yo sigo aquí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81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11 - Baby Lores - La mujer del pelotero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37 - La fiesta - Quiero montarme en tu velero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34 - Estopa - Por la Raja de tu Falda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48 - Juan Magan - Ayer la vi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24 - El Canto del Loco - Zapatillas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40 - Vicco - Nochentera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43 - El simbolo - Levantando las manos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44 - David Bisbal - Buleria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2 - La Oreja de Van Gogh - Rosas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17 - Zapato veloz - Tractor amarillo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82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17 - Zapato veloz - Tractor amarillo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48 - Juan Magan - Ayer la vi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8 - Alaska - A quien le importa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27 - Chocolate Latino - Mayonesa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26 - Aitana - Las Babys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45 - King Africa - Bomba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4 - Coyote Dax - No Rompas Más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33 - Proyecto Uno - El Tiburón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13 - Nino Bravo - Libre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38 - David Civera - Que la detengan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24 - El Canto del Loco - Zapatillas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83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38 - David Civera - Que la detengan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48 - Juan Magan - Ayer la vi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31 - Lola Indigo - La reina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7 - Raphael - Mi gran noche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5 - Isabel Aaiun - El himno de mi peña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33 - Proyecto Uno - El Tiburón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4 - Coyote Dax - No Rompas Más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17 - Zapato veloz - Tractor amarillo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84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26 - Aitana - Las Babys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48 - Juan Magan - Ayer la vi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45 - King Africa - Bomba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17 - Zapato veloz - Tractor amarillo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12 - Joaquín Sabina - Y nos dieron las 10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29 - Luck Ra - La morocha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33 - Proyecto Uno - El Tiburón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2 - La Oreja de Van Gogh - Rosas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85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44 - David Bisbal - Buleria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18 - Amaral - Mis amigos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40 - Vicco - Nochentera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9 - Radio Futura - Escuela de Calor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14 - Don Omar - Danza Kuduro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27 - Chocolate Latino - Mayonesa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5 - Isabel Aaiun - El himno de mi peña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36 - Karol G - Si antes te hubiera conocido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32 - Melendi - Caminando por la vida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30 - José Luis Perales - Un Velero Llamado Libertad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86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31 - Lola Indigo - La reina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4 - Coyote Dax - No Rompas Más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36 - Karol G - Si antes te hubiera conocido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26 - Aitana - Las Babys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1 - Los Del Rio - La Macarena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7 - Raphael - Mi gran noche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43 - El simbolo - Levantando las manos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19 - Myke Towers - Esa Falda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32 - Melendi - Caminando por la vida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30 - José Luis Perales - Un Velero Llamado Libertad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87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26 - Aitana - Las Babys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16 - Izal - La Mujer de Verde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25 - Los refrescos - Aquí no hay playa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36 - Karol G - Si antes te hubiera conocido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5 - Isabel Aaiun - El himno de mi peña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40 - Vicco - Nochentera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19 - Myke Towers - Esa Falda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14 - Don Omar - Danza Kuduro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18 - Amaral - Mis amigos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2 - La Oreja de Van Gogh - Rosas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32 - Melendi - Caminando por la vida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88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8 - Alaska - A quien le importa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19 - Myke Towers - Esa Falda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11 - Baby Lores - La mujer del pelotero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26 - Aitana - Las Babys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44 - David Bisbal - Buleria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40 - Vicco - Nochentera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6 - Georgie Dann - La Barbacoa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39 - Paulina Rubio - Y yo sigo aquí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20 - La pegatina - Mari Carmen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89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34 - Estopa - Por la Raja de tu Falda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32 - Melendi - Caminando por la vida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31 - Lola Indigo - La reina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47 - Sebastian Yatra - Tacones rojos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8 - Alaska - A quien le importa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11 - Baby Lores - La mujer del pelotero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30 - José Luis Perales - Un Velero Llamado Libertad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20 - La pegatina - Mari Carmen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40 - Vicco - Nochentera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90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17 - Zapato veloz - Tractor amarillo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30 - José Luis Perales - Un Velero Llamado Libertad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5 - Isabel Aaiun - El himno de mi peña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39 - Paulina Rubio - Y yo sigo aquí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11 - Baby Lores - La mujer del pelotero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13 - Nino Bravo - Libre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7 - Raphael - Mi gran noche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43 - El simbolo - Levantando las manos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2 - La Oreja de Van Gogh - Rosas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32 - Melendi - Caminando por la vida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91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43 - El simbolo - Levantando las manos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20 - La pegatina - Mari Carmen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36 - Karol G - Si antes te hubiera conocido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27 - Chocolate Latino - Mayonesa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6 - Georgie Dann - La Barbacoa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9 - Radio Futura - Escuela de Calor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5 - Isabel Aaiun - El himno de mi peña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47 - Sebastian Yatra - Tacones rojos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1 - Los Del Rio - La Macarena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16 - Izal - La Mujer de Verde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41 - Camela - Cuando zarpa el amor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30 - José Luis Perales - Un Velero Llamado Libertad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92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34 - Estopa - Por la Raja de tu Falda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47 - Sebastian Yatra - Tacones rojos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16 - Izal - La Mujer de Verde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40 - Vicco - Nochentera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31 - Lola Indigo - La reina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1 - Los Del Rio - La Macarena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49 - ROSÉ &amp; Bruno Mars - APT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27 - Chocolate Latino - Mayonesa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35 - Las ketchup - Asereje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4 - Coyote Dax - No Rompas Más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20 - La pegatina - Mari Carmen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25 - Los refrescos - Aquí no hay playa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93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44 - David Bisbal - Buleria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20 - La pegatina - Mari Carmen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31 - Lola Indigo - La reina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6 - Georgie Dann - La Barbacoa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9 - Radio Futura - Escuela de Calor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34 - Estopa - Por la Raja de tu Falda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35 - Las ketchup - Asereje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43 - El simbolo - Levantando las manos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14 - Don Omar - Danza Kuduro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18 - Amaral - Mis amigos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41 - Camela - Cuando zarpa el amor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94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46 - Katy Perry - Roar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22 - Daddy Yankee - Gasolina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18 - Amaral - Mis amigos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5 - Isabel Aaiun - El himno de mi peña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47 - Sebastian Yatra - Tacones rojos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35 - Las ketchup - Asereje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36 - Karol G - Si antes te hubiera conocido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4 - Coyote Dax - No Rompas Más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25 - Los refrescos - Aquí no hay playa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16 - Izal - La Mujer de Verde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95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41 - Camela - Cuando zarpa el amor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36 - Karol G - Si antes te hubiera conocido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46 - Katy Perry - Roar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14 - Don Omar - Danza Kuduro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31 - Lola Indigo - La reina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18 - Amaral - Mis amigos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1 - Los Del Rio - La Macarena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44 - David Bisbal - Buleria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47 - Sebastian Yatra - Tacones rojos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9 - Radio Futura - Escuela de Calor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20 - La pegatina - Mari Carmen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96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43 - El simbolo - Levantando las manos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6 - Georgie Dann - La Barbacoa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9 - Radio Futura - Escuela de Calor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47 - Sebastian Yatra - Tacones rojos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29 - Luck Ra - La morocha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19 - Myke Towers - Esa Falda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35 - Las ketchup - Asereje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27 - Chocolate Latino - Mayonesa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16 - Izal - La Mujer de Verde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30 - José Luis Perales - Un Velero Llamado Libertad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97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38 - David Civera - Que la detengan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43 - El simbolo - Levantando las manos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18 - Amaral - Mis amigos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17 - Zapato veloz - Tractor amarillo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45 - King Africa - Bomba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12 - Joaquín Sabina - Y nos dieron las 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47 - Sebastian Yatra - Tacones rojos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13 - Nino Bravo - Libre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33 - Proyecto Uno - El Tiburón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1 - Los Del Rio - La Macarena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98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45 - King Africa - Bomba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1 - Los Del Rio - La Macarena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4 - Coyote Dax - No Rompas Más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12 - Joaquín Sabina - Y nos dieron las 10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7 - Raphael - Mi gran noche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18 - Amaral - Mis amigos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17 - Zapato veloz - Tractor amarillo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38 - David Civera - Que la detengan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33 - Proyecto Uno - El Tiburón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99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26 - Aitana - Las Babys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38 - David Civera - Que la detengan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19 - Myke Towers - Esa Falda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18 - Amaral - Mis amigos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24 - El Canto del Loco - Zapatillas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12 - Joaquín Sabina - Y nos dieron las 10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45 - King Africa - Bomba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13 - Nino Bravo - Libre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33 - Proyecto Uno - El Tiburón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47 - Sebastian Yatra - Tacones rojos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100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20 - La pegatina - Mari Carmen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11 - Baby Lores - La mujer del pelotero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32 - Melendi - Caminando por la vida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14 - Don Omar - Danza Kuduro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36 - Karol G - Si antes te hubiera conocido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34 - Estopa - Por la Raja de tu Falda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5 - Isabel Aaiun - El himno de mi peña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12 - Joaquín Sabina - Y nos dieron las 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25 - Los refrescos - Aquí no hay playa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41 - Camela - Cuando zarpa el amor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30 - José Luis Perales - Un Velero Llamado Libertad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41 - Camela - Cuando zarpa el amor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19 - Myke Towers - Esa Falda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34 - Estopa - Por la Raja de tu Falda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9 - Radio Futura - Escuela de Calor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31 - Lola Indigo - La reina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35 - Las ketchup - Asereje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44 - David Bisbal - Buleria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18 - Amaral - Mis amigos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4 - Coyote Dax - No Rompas Más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22 - Daddy Yankee - Gasolina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16 - Izal - La Mujer de Verde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102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16 - Izal - La Mujer de Verde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49 - ROSÉ &amp; Bruno Mars - APT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6 - Georgie Dann - La Barbacoa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34 - Estopa - Por la Raja de tu Falda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22 - Daddy Yankee - Gasolina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20 - La pegatina - Mari Carmen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7 - Raphael - Mi gran noche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43 - El simbolo - Levantando las manos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32 - Melendi - Caminando por la vida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2 - La Oreja de Van Gogh - Rosas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30 - José Luis Perales - Un Velero Llamado Libertad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9 - Radio Futura - Escuela de Calor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44 - David Bisbal - Buleria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18 - Amaral - Mis amigos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20 - La pegatina - Mari Carmen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22 - Daddy Yankee - Gasolina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16 - Izal - La Mujer de Verde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43 - El simbolo - Levantando las manos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25 - Los refrescos - Aquí no hay playa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40 - Vicco - Nochentera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30 - José Luis Perales - Un Velero Llamado Libertad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104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41 - Camela - Cuando zarpa el amor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20 - La pegatina - Mari Carmen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16 - Izal - La Mujer de Verde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24 - El Canto del Loco - Zapatillas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31 - Lola Indigo - La reina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43 - El simbolo - Levantando las manos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1 - Los Del Rio - La Macarena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7 - Raphael - Mi gran noche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19 - Myke Towers - Esa Falda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30 - José Luis Perales - Un Velero Llamado Libertad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105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22 - Daddy Yankee - Gasolina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8 - Alaska - A quien le importa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27 - Chocolate Latino - Mayonesa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16 - Izal - La Mujer de Verde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31 - Lola Indigo - La reina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40 - Vicco - Nochentera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19 - Myke Towers - Esa Falda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14 - Don Omar - Danza Kuduro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35 - Las ketchup - Asereje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2 - La Oreja de Van Gogh - Rosas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47 - Sebastian Yatra - Tacones rojos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8 - Alaska - A quien le importa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16 - Izal - La Mujer de Verde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4 - Coyote Dax - No Rompas Más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14 - Don Omar - Danza Kuduro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35 - Las ketchup - Asereje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41 - Camela - Cuando zarpa el amor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29 - Luck Ra - La morocha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27 - Chocolate Latino - Mayonesa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107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40 - Vicco - Nochentera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47 - Sebastian Yatra - Tacones rojos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29 - Luck Ra - La morocha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16 - Izal - La Mujer de Verde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25 - Los refrescos - Aquí no hay playa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1 - Los Del Rio - La Macarena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9 - Radio Futura - Escuela de Calor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44 - David Bisbal - Buleria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27 - Chocolate Latino - Mayonesa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20 - La pegatina - Mari Carmen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35 - Las ketchup - Asereje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108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8 - Alaska - A quien le importa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47 - Sebastian Yatra - Tacones rojos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27 - Chocolate Latino - Mayonesa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43 - El simbolo - Levantando las manos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1 - Los Del Rio - La Macarena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40 - Vicco - Nochentera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14 - Don Omar - Danza Kuduro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2 - La Oreja de Van Gogh - Rosas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30 - José Luis Perales - Un Velero Llamado Libertad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16 - Izal - La Mujer de Verde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20 - La pegatina - Mari Carmen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49 - ROSÉ &amp; Bruno Mars - APT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41 - Camela - Cuando zarpa el amor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36 - Karol G - Si antes te hubiera conocido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32 - Melendi - Caminando por la vida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11 - Baby Lores - La mujer del pelotero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12 - Joaquín Sabina - Y nos dieron las 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27 - Chocolate Latino - Mayonesa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5 - Isabel Aaiun - El himno de mi peña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41 - Camela - Cuando zarpa el amor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36 - Karol G - Si antes te hubiera conocido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24 - El Canto del Loco - Zapatillas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5 - Isabel Aaiun - El himno de mi peña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31 - Lola Indigo - La reina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18 - Amaral - Mis amigos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25 - Los refrescos - Aquí no hay playa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27 - Chocolate Latino - Mayonesa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43 - El simbolo - Levantando las manos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2 - La Oreja de Van Gogh - Rosas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20 - La pegatina - Mari Carmen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16 - Izal - La Mujer de Verde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111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5 - Isabel Aaiun - El himno de mi peña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19 - Myke Towers - Esa Falda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31 - Lola Indigo - La reina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6 - Georgie Dann - La Barbacoa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20 - La pegatina - Mari Carmen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18 - Amaral - Mis amigos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36 - Karol G - Si antes te hubiera conocido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7 - Raphael - Mi gran noche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44 - David Bisbal - Buleria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10 - CNCO - Reguetón Lento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30 - José Luis Perales - Un Velero Llamado Libertad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26 - Aitana - Las Babys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32 - Melendi - Caminando por la vida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38 - David Civera - Que la detengan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30 - José Luis Perales - Un Velero Llamado Libertad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45 - King Africa - Bomba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29 - Luck Ra - La morocha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13 - Nino Bravo - Libre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24 - El Canto del Loco - Zapatillas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1 - Los Del Rio - La Macarena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38 - David Civera - Que la detengan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45 - King Africa - Bomba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31 - Lola Indigo - La reina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7 - Raphael - Mi gran noche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13 - Nino Bravo - Libre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26 - Aitana - Las Babys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33 - Proyecto Uno - El Tiburón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17 - Zapato veloz - Tractor amarillo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114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13 - Nino Bravo - Libre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26 - Aitana - Las Babys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18 - Amaral - Mis amigos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49 - ROSÉ &amp; Bruno Mars - APT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38 - David Civera - Que la detengan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45 - King Africa - Bomba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33 - Proyecto Uno - El Tiburón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17 - Zapato veloz - Tractor amarillo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33 - Proyecto Uno - El Tiburón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8 - Alaska - A quien le importa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39 - Paulina Rubio - Y yo sigo aquí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45 - King Africa - Bomba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47 - Sebastian Yatra - Tacones rojos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6 - Georgie Dann - La Barbacoa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38 - David Civera - Que la detengan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24 - El Canto del Loco - Zapatillas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10 - CNCO - Reguetón Lento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116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39 - Paulina Rubio - Y yo sigo aquí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45 - King Africa - Bomba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17 - Zapato veloz - Tractor amarillo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12 - Joaquín Sabina - Y nos dieron las 10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31 - Lola Indigo - La reina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19 - Myke Towers - Esa Falda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13 - Nino Bravo - Libre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26 - Aitana - Las Babys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38 - David Civera - Que la detengan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8 - Alaska - A quien le importa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117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8 - Alaska - A quien le importa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38 - David Civera - Que la detengan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17 - Zapato veloz - Tractor amarillo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13 - Nino Bravo - Libre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26 - Aitana - Las Babys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44 - David Bisbal - Buleria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33 - Proyecto Uno - El Tiburón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2 - La Oreja de Van Gogh - Rosas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41 - Camela - Cuando zarpa el amor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41 - Camela - Cuando zarpa el amor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11 - Baby Lores - La mujer del pelotero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18 - Amaral - Mis amigos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7 - Raphael - Mi gran noche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24 - El Canto del Loco - Zapatillas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32 - Melendi - Caminando por la vida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5 - Isabel Aaiun - El himno de mi peña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35 - Las ketchup - Asereje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25 - Los refrescos - Aquí no hay playa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16 - Izal - La Mujer de Verde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119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9 - Radio Futura - Escuela de Calor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20 - La pegatina - Mari Carmen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24 - El Canto del Loco - Zapatillas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43 - El simbolo - Levantando las manos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31 - Lola Indigo - La reina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32 - Melendi - Caminando por la vida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7 - Raphael - Mi gran noche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44 - David Bisbal - Buleria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4 - Coyote Dax - No Rompas Más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10 - CNCO - Reguetón Lento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22 - Daddy Yankee - Gasolina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120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35 - Las ketchup - Asereje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1 - Los Del Rio - La Macarena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6 - Georgie Dann - La Barbacoa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19 - Myke Towers - Esa Falda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36 - Karol G - Si antes te hubiera conocido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12 - Joaquín Sabina - Y nos dieron las 10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7 - Raphael - Mi gran noche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41 - Camela - Cuando zarpa el amor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25 - Los refrescos - Aquí no hay playa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22 - Daddy Yankee - Gasolina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121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44 - David Bisbal - Buleria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8 - Alaska - A quien le importa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11 - Baby Lores - La mujer del pelotero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9 - Radio Futura - Escuela de Calor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32 - Melendi - Caminando por la vida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40 - Vicco - Nochentera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47 - Sebastian Yatra - Tacones rojos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14 - Don Omar - Danza Kuduro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27 - Chocolate Latino - Mayonesa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30 - José Luis Perales - Un Velero Llamado Libertad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122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27 - Chocolate Latino - Mayonesa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11 - Baby Lores - La mujer del pelotero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31 - Lola Indigo - La reina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18 - Amaral - Mis amigos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32 - Melendi - Caminando por la vida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47 - Sebastian Yatra - Tacones rojos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35 - Las ketchup - Asereje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9 - Radio Futura - Escuela de Calor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123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40 - Vicco - Nochentera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41 - Camela - Cuando zarpa el amor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11 - Baby Lores - La mujer del pelotero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9 - Radio Futura - Escuela de Calor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24 - El Canto del Loco - Zapatillas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5 - Isabel Aaiun - El himno de mi peña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43 - El simbolo - Levantando las manos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44 - David Bisbal - Buleria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20 - La pegatina - Mari Carmen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32 - Melendi - Caminando por la vida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30 - José Luis Perales - Un Velero Llamado Libertad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124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20 - La pegatina - Mari Carmen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31 - Lola Indigo - La reina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32 - Melendi - Caminando por la vida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44 - David Bisbal - Buleria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27 - Chocolate Latino - Mayonesa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24 - El Canto del Loco - Zapatillas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5 - Isabel Aaiun - El himno de mi peña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7 - Raphael - Mi gran noche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29 - Luck Ra - La morocha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25 - Los refrescos - Aquí no hay playa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14 - Don Omar - Danza Kuduro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10 - CNCO - Reguetón Lento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35 - Las ketchup - Asereje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11 - Baby Lores - La mujer del pelotero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19 - Myke Towers - Esa Falda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9 - Radio Futura - Escuela de Calor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14 - Don Omar - Danza Kuduro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29 - Luck Ra - La morocha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41 - Camela - Cuando zarpa el amor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4 - Coyote Dax - No Rompas Más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20 - La pegatina - Mari Carmen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25 - Los refrescos - Aquí no hay playa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126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29 - Luck Ra - La morocha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35 - Las ketchup - Asereje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20 - La pegatina - Mari Carmen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6 - Georgie Dann - La Barbacoa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9 - Radio Futura - Escuela de Calor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10 - CNCO - Reguetón Lento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19 - Myke Towers - Esa Falda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14 - Don Omar - Danza Kuduro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27 - Chocolate Latino - Mayonesa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2 - La Oreja de Van Gogh - Rosas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127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47 - Sebastian Yatra - Tacones rojos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26 - Aitana - Las Babys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8 - Alaska - A quien le importa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4 - Coyote Dax - No Rompas Más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39 - Paulina Rubio - Y yo sigo aquí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45 - King Africa - Bomba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41 - Camela - Cuando zarpa el amor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19 - Myke Towers - Esa Falda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17 - Zapato veloz - Tractor amarillo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12 - Joaquín Sabina - Y nos dieron las 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31 - Lola Indigo - La reina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10 - CNCO - Reguetón Lento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128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8 - Alaska - A quien le importa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33 - Proyecto Uno - El Tiburón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47 - Sebastian Yatra - Tacones rojos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13 - Nino Bravo - Libre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45 - King Africa - Bomba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29 - Luck Ra - La morocha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24 - El Canto del Loco - Zapatillas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10 - CNCO - Reguetón Lento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4 - Coyote Dax - No Rompas Más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17 - Zapato veloz - Tractor amarillo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39 - Paulina Rubio - Y yo sigo aquí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129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33 - Proyecto Uno - El Tiburón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29 - Luck Ra - La morocha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45 - King Africa - Bomba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13 - Nino Bravo - Libre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12 - Joaquín Sabina - Y nos dieron las 10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44 - David Bisbal - Buleria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2 - La Oreja de Van Gogh - Rosas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47 - Sebastian Yatra - Tacones rojos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130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29 - Luck Ra - La morocha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1 - Los Del Rio - La Macarena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14 - Don Omar - Danza Kuduro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33 - Proyecto Uno - El Tiburón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4 - Coyote Dax - No Rompas Más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18 - Amaral - Mis amigos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12 - Joaquín Sabina - Y nos dieron las 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25 - Los refrescos - Aquí no hay playa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38 - David Civera - Que la detengan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10 - CNCO - Reguetón Lento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131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36 - Karol G - Si antes te hubiera conocido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27 - Chocolate Latino - Mayonesa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19 - Myke Towers - Esa Falda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1 - Los Del Rio - La Macarena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10 - CNCO - Reguetón Lento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7 - Raphael - Mi gran noche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29 - Luck Ra - La morocha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33 - Proyecto Uno - El Tiburón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12 - Joaquín Sabina - Y nos dieron las 10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17 - Zapato veloz - Tractor amarillo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132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26 - Aitana - Las Babys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8 - Alaska - A quien le importa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5 - Isabel Aaiun - El himno de mi peña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27 - Chocolate Latino - Mayonesa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24 - El Canto del Loco - Zapatillas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10 - CNCO - Reguetón Lento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19 - Myke Towers - Esa Falda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44 - David Bisbal - Buleria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36 - Karol G - Si antes te hubiera conocido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4 - Coyote Dax - No Rompas Más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30 - José Luis Perales - Un Velero Llamado Libertad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133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9 - Radio Futura - Escuela de Calor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35 - Las ketchup - Asereje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18 - Amaral - Mis amigos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43 - El simbolo - Levantando las manos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5 - Isabel Aaiun - El himno de mi peña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25 - Los refrescos - Aquí no hay playa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19 - Myke Towers - Esa Falda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29 - Luck Ra - La morocha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1 - Los Del Rio - La Macarena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134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41 - Camela - Cuando zarpa el amor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8 - Alaska - A quien le importa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35 - Las ketchup - Asereje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16 - Izal - La Mujer de Verde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10 - CNCO - Reguetón Lento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11 - Baby Lores - La mujer del pelotero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27 - Chocolate Latino - Mayonesa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2 - La Oreja de Van Gogh - Rosas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4 - Coyote Dax - No Rompas Más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43 - El simbolo - Levantando las manos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29 - Luck Ra - La morocha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135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35 - Las ketchup - Asereje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6 - Georgie Dann - La Barbacoa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20 - La pegatina - Mari Carmen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27 - Chocolate Latino - Mayonesa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43 - El simbolo - Levantando las manos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8 - Alaska - A quien le importa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12 - Joaquín Sabina - Y nos dieron las 10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44 - David Bisbal - Buleria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18 - Amaral - Mis amigos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7 - Raphael - Mi gran noche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29 - Luck Ra - La morocha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136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17 - Zapato veloz - Tractor amarillo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18 - Amaral - Mis amigos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32 - Melendi - Caminando por la vida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30 - José Luis Perales - Un Velero Llamado Libertad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24 - El Canto del Loco - Zapatillas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45 - King Africa - Bomba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34 - Estopa - Por la Raja de tu Falda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8 - Alaska - A quien le importa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38 - David Civera - Que la detengan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13 - Nino Bravo - Libre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1 - Los Del Rio - La Macarena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137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38 - David Civera - Que la detengan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45 - King Africa - Bomba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18 - Amaral - Mis amigos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33 - Proyecto Uno - El Tiburón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12 - Joaquín Sabina - Y nos dieron las 10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7 - Raphael - Mi gran noche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5 - Isabel Aaiun - El himno de mi peña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43 - El simbolo - Levantando las manos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34 - Estopa - Por la Raja de tu Falda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138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38 - David Civera - Que la detengan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12 - Joaquín Sabina - Y nos dieron las 10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18 - Amaral - Mis amigos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10 - CNCO - Reguetón Lento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43 - El simbolo - Levantando las manos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34 - Estopa - Por la Raja de tu Falda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23 - King Africa - Paquito el Chocolatero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31 - Lola Indigo - La reina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27 - Chocolate Latino - Mayonesa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139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33 - Proyecto Uno - El Tiburón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10 - CNCO - Reguetón Lento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45 - King Africa - Bomba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5 - Isabel Aaiun - El himno de mi peña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36 - Karol G - Si antes te hubiera conocido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38 - David Civera - Que la detengan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17 - Zapato veloz - Tractor amarillo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1 - Los Del Rio - La Macarena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140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1 - Los Del Rio - La Macarena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8 - Alaska - A quien le importa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31 - Lola Indigo - La reina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10 - CNCO - Reguetón Lento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36 - Karol G - Si antes te hubiera conocido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45 - King Africa - Bomba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26 - Aitana - Las Babys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27 - Chocolate Latino - Mayonesa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25 - Los refrescos - Aquí no hay playa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141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38 - David Civera - Que la detengan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27 - Chocolate Latino - Mayonesa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9 - Radio Futura - Escuela de Calor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24 - El Canto del Loco - Zapatillas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7 - Raphael - Mi gran noche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43 - El simbolo - Levantando las manos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44 - David Bisbal - Buleria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33 - Proyecto Uno - El Tiburón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4 - Coyote Dax - No Rompas Más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36 - Karol G - Si antes te hubiera conocido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142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43 - El simbolo - Levantando las manos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25 - Los refrescos - Aquí no hay playa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18 - Amaral - Mis amigos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38 - David Civera - Que la detengan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32 - Melendi - Caminando por la vida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45 - King Africa - Bomba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33 - Proyecto Uno - El Tiburón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36 - Karol G - Si antes te hubiera conocido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13 - Nino Bravo - Libre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8 - Alaska - A quien le importa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12 - Joaquín Sabina - Y nos dieron las 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1 - Los Del Rio - La Macarena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143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13 - Nino Bravo - Libre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32 - Melendi - Caminando por la vida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31 - Lola Indigo - La reina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7 - Raphael - Mi gran noche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16 - Izal - La Mujer de Verde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38 - David Civera - Que la detengan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25 - Los refrescos - Aquí no hay playa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5 - Isabel Aaiun - El himno de mi peña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36 - Karol G - Si antes te hubiera conocido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26 - Aitana - Las Babys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144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25 - Los refrescos - Aquí no hay playa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33 - Proyecto Uno - El Tiburón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8 - Alaska - A quien le importa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32 - Melendi - Caminando por la vida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24 - El Canto del Loco - Zapatillas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12 - Joaquín Sabina - Y nos dieron las 10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26 - Aitana - Las Babys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17 - Zapato veloz - Tractor amarillo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36 - Karol G - Si antes te hubiera conocido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9 - Radio Futura - Escuela de Calor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30 - José Luis Perales - Un Velero Llamado Libertad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145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45 - King Africa - Bomba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30 - José Luis Perales - Un Velero Llamado Libertad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32 - Melendi - Caminando por la vida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19 - Myke Towers - Esa Falda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7 - Raphael - Mi gran noche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5 - Isabel Aaiun - El himno de mi peña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38 - David Civera - Que la detengan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25 - Los refrescos - Aquí no hay playa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36 - Karol G - Si antes te hubiera conocido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1 - Los Del Rio - La Macarena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146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45 - King Africa - Bomba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15 - Pereza - Princesa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30 - José Luis Perales - Un Velero Llamado Libertad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5 - Isabel Aaiun - El himno de mi peña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31 - Lola Indigo - La reina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7 - Raphael - Mi gran noche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29 - Luck Ra - La morocha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10 - CNCO - Reguetón Lento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24 - El Canto del Loco - Zapatillas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17 - Zapato veloz - Tractor amarillo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36 - Karol G - Si antes te hubiera conocido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147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1 - Los Del Rio - La Macarena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45 - King Africa - Bomba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30 - José Luis Perales - Un Velero Llamado Libertad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36 - Karol G - Si antes te hubiera conocido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16 - Izal - La Mujer de Verde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27 - Chocolate Latino - Mayonesa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33 - Proyecto Uno - El Tiburón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8 - Alaska - A quien le importa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26 - Aitana - Las Babys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🎶 BINGO MUSICAL - Mix Pop Latino y Español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148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17 - Zapato veloz - Tractor amarillo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20 - La pegatina - Mari Carmen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21 - Gente de zona - La Gozadera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36 - Karol G - Si antes te hubiera conocido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46 - Katy Perry - Roar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11 - Baby Lores - La mujer del pelotero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8 - Alaska - A quien le importa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33 - Proyecto Uno - El Tiburón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13 - Nino Bravo - Libre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25 - Los refrescos - Aquí no hay playa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24 - El Canto del Loco - Zapatillas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1 - Los Del Rio - La Macarena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149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41 - Camela - Cuando zarpa el amor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1 - Los Del Rio - La Macarena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5 - Isabel Aaiun - El himno de mi peña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18 - Amaral - Mis amigos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31 - Lola Indigo - La reina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7 - Raphael - Mi gran noche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26 - Aitana - Las Babys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42 - Bab Bunny - Yo perreo sola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17 - Zapato veloz - Tractor amarillo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19 - Myke Towers - Esa Falda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Cartón 150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16916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16459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26 - Aitana - Las Babys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0573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0116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33 - Proyecto Uno - El Tiburón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24231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37743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3 - El Consorcio - El Chacacha del Tren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7889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13 - Nino Bravo - Libre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1546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1089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29 - Luck Ra - La morocha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35204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47472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43 - El simbolo - Levantando las manos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38861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404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18 - Amaral - Mis amigos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425195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420624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28 - Shakira - Pa Tipos Como Tú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617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572000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44 - David Bisbal - Buleria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98347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9377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36 - Karol G - Si antes te hubiera conocido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534923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30351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4 - Coyote Dax - No Rompas Más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5714999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566927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1 - Los Del Rio - La Macarena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Diapositiva 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