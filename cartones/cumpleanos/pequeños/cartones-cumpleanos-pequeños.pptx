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Party Rock Anthem - LMFAO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Birthday - Katy Perry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Happy Birthday - Stevie Wonder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Celebration - Kool &amp; The Gang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Party Rock Anthem - LMFAO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Cumpleaños Feliz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Birthday - The Beatles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Let's Get It Started - Black Eyed Peas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Party Rock Anthem - LMFAO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Celebration - Kool &amp; The Gang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Don't Stop Me Now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In Da Club - 50 Cent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 Gotta Feeling - Black Eyed Peas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 Gotta Feeling - Black Eyed Peas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In Da Club - 50 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Party Rock Anthem - LMFAO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Can't Stop the Feeling - Justin Timberlake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Let's Get It Started - Black Eyed Peas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 Gotta Feeling - Black Eyed Peas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Birthday - The Beatles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Happy - Pharrell Williams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In Da Club - 50 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Celebration - Kool &amp; The Gang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Uptown Funk - Mark Ronson ft. Bruno Mars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Party Rock Anthem - LMFAO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In Da Club - 50 Cent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Let's Get It Started - Black Eyed Peas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Girls Just Want to Have Fun - Cyndi Lauper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Celebration - Kool &amp; The Gang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Happy - Pharrell Williams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Good Time - Owl City &amp; Carly Rae Jepsen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Birthday - The Beatles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Happy Birthday - Stevie Wonder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In Da Club - 50 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Girls Just Want to Have Fun - Cyndi Lauper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Don't Stop Me Now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Uptown Funk - Mark Ronson ft. Bruno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Good Time - Owl City &amp; Carly Rae Jepsen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Party Rock Anthem - LMFAO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Good Time - Owl City &amp; Carly Rae Jepsen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Birthday - Katy Perry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Birthday - The Beatles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Celebration - Kool &amp; The Gang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Happy Birthday - Stevie Wonder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Birthday - The Beatles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In Da Club - 50 Cent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Girls Just Want to Have Fun - Cyndi Lauper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Good Time - Owl City &amp; Carly Rae Jepsen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Party Rock Anthem - LMFAO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Birthday - Katy Perry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Cumpleaños Feliz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Can't Stop the Feeling - Justin Timberlake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Birthday - The Beatles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Happy - Pharrell Williams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 Gotta Feeling - Black Eyed Peas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Celebration - Kool &amp; The Gang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Happy - Pharrell Williams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Can't Stop the Feeling - Justin Timberlake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Good Time - Owl City &amp; Carly Rae Jepsen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In Da Club - 50 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Let's Get It Started - Black Eyed Peas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Birthday - Katy Perry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Happy Birthday - Stevie Wonder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Celebration - Kool &amp; The Gang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I Gotta Feeling - Black Eyed Peas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In Da Club - 50 Cent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Girls Just Want to Have Fun - Cyndi Lauper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 Gotta Feeling - Black Eyed Peas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Happy - Pharrell Williams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Party Rock Anthem - LMFAO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Celebration - Kool &amp; The 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Let's Get It Started - Black Eyed Peas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In Da Club - 50 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Birthday - Katy Perry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Celebration - Kool &amp; The Gang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Let's Get It Started - Black Eyed Peas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I Gotta Feeling - Black Eyed Peas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Cumpleaños Feliz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In Da Club - 50 Cent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Birthday - Katy Perry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Good Time - Owl City &amp; Carly Rae Jepsen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Birthday - The Beatles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Let's Get It Started - Black Eyed Peas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 Gotta Feeling - Black Eyed Peas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Birthday - The Beatles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Let's Get It Started - Black Eyed Peas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Can't Stop the Feeling - Justin Timberlake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Happy Birthday - Stevie Wonder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Celebration - Kool &amp; The Gang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 Gotta Feeling - Black Eyed Peas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Let's Get It Started - Black Eyed Peas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In Da Club - 50 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Girls Just Want to Have Fun - Cyndi Lauper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- Pharrell Williams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Birthday - Katy Perry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Happy Birthday - Stevie Wonder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Party Rock Anthem - LMFAO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Don't Stop Me Now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In Da Club - 50 Cent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Happy Birthday - Stevie Wonder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Birthday - Katy Perry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Good Time - Owl City &amp; Carly Rae Jepsen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I Gotta Feeling - Black Eyed Peas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Party Rock Anthem - LMFAO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93D"/>
                </a:solidFill>
              </a:defRPr>
            </a:pPr>
            <a:r>
              <a:t>🎵 BINGO MUSICAL - Cumpleaños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Birthday - Katy Perry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Can't Stop the Feeling - Justin Timberlake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Party Rock Anthem - LMFAO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Celebration - Kool &amp; The Gang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Birthday - The Beatles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 Gotta Feeling - Black Eyed Peas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Girls Just Want to Have Fun - Cyndi Lauper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Good Time - Owl City &amp; Carly Rae Jepsen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Cumpleaños Feliz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Party Rock Anthem - LMFAO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Birthday - The Beatles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