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Cumpleaños Feliz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69087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819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25512" y="58521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52944" y="61264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9087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1830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Good Time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Owl City &amp; Carly Rae Jepsen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3562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25512" y="119176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52944" y="121920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9087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1830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08192" y="179832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35624" y="182575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8288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031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Celebration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Kool &amp; The Gang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020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2763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 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Stevie Wonder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44952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8288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031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0020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2763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 Gotta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44952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Uptown Funk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Mark Ronson ft. Bruno Mars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031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In Da Club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50 Cent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600200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27632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469087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830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819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3562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Happy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Pharrell Williams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25512" y="3419856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52944" y="3447288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Can't Stop the Feeling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Justin Timberlake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9087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1830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Party Rock Anthem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LMFAO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0819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3562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Katy Perry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25512" y="4026408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52944" y="4053840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Let's Get It Started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Black Eyed Peas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9087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1830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Girls Just Want to Have Fun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Cyndi Lauper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8192" y="4632960"/>
            <a:ext cx="1417320" cy="606551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135624" y="4660392"/>
            <a:ext cx="1362456" cy="551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Birthday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The Beatles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