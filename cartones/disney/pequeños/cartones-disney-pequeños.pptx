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6366F1"/>
                </a:solidFill>
              </a:defRPr>
            </a:pPr>
            <a:r>
              <a:t>🎵 BINGO MUSICAL - Disney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1/50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Hakuna Matata - El Rey León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2170175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25040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Parte de él - La Sirenita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6224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71088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El ciclo sin fin - El Rey León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128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¡Qué festín! - La Bella y la Bestia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70175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25040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Hombre de acción - Mulán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6224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71088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Bajo el mar - La Sirenita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Un mundo ideal - Aladdín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70175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25040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Un amigo genial - Aladdín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16224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n comod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376" y="4718304"/>
            <a:ext cx="999743" cy="140817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0" y="100584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2/50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38928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93792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¡Qué festín! - La Bella y la Bestia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84976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9839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De nada - Vaiana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31024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85888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¿Puedes sentir el amor esta noche? - El Rey León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38928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93792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Hakuna Matata - El Rey León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84976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39839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Bajo el mar - La Sirenita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31024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85888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La Bella y la Bestia - La Bella y la Bestia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38928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93792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Reflejo - Mulán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84976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39839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Parte de él - La Sirenita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31024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n comod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4176" y="4718304"/>
            <a:ext cx="999743" cy="140817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 de 25 · bingomusicalgratis.es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6366F1"/>
                </a:solidFill>
              </a:defRPr>
            </a:pPr>
            <a:r>
              <a:t>🎵 BINGO MUSICAL - Disney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3/50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Cuando pides un deseo a una estrella - Pinocho</a:t>
            </a:r>
          </a:p>
        </p:txBody>
      </p:sp>
      <p:sp>
        <p:nvSpPr>
          <p:cNvPr id="7" name="Rectangle 6"/>
          <p:cNvSpPr/>
          <p:nvPr/>
        </p:nvSpPr>
        <p:spPr>
          <a:xfrm>
            <a:off x="2170175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25040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Parte de él - La Sirenita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6224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71088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Hay un amigo en mí - Toy Story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128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Colores en el viento - Pocahontas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70175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25040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El ciclo sin fin - El Rey León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6224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71088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Reflejo - Mulán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Suéltalo - Frozen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70175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25040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No se habla de Bruno - Encanto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16224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n comod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376" y="4718304"/>
            <a:ext cx="999743" cy="140817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0" y="100584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4/50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38928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93792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Parte de él - La Sirenita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84976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9839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Qué lejos voy - Vaiana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31024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85888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Hay un amigo en mí - Toy Story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38928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93792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Recuérdame - Coco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84976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39839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Hombre de acción - Mulán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31024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85888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No se habla de Bruno - Encanto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38928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93792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Suéltalo - Frozen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84976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39839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Reflejo - Mulán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31024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n comod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4176" y="4718304"/>
            <a:ext cx="999743" cy="140817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 de 25 · bingomusicalgratis.es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6366F1"/>
                </a:solidFill>
              </a:defRPr>
            </a:pPr>
            <a:r>
              <a:t>🎵 BINGO MUSICAL - Disney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5/50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Cuando pides un deseo a una estrella - Pinocho</a:t>
            </a:r>
          </a:p>
        </p:txBody>
      </p:sp>
      <p:sp>
        <p:nvSpPr>
          <p:cNvPr id="7" name="Rectangle 6"/>
          <p:cNvSpPr/>
          <p:nvPr/>
        </p:nvSpPr>
        <p:spPr>
          <a:xfrm>
            <a:off x="2170175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25040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Parte de él - La Sirenita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6224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71088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Hombre de acción - Mulán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128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Hay un amigo en mí - Toy Story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70175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25040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Suéltalo - Frozen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6224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71088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Un amigo genial - Aladdín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La Bella y la Bestia - La Bella y la Bestia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70175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25040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¿Puedes sentir el amor esta noche? - El Rey León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16224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n comod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376" y="4718304"/>
            <a:ext cx="999743" cy="140817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0" y="100584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6/50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38928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93792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¡Qué festín! - La Bella y la Bestia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84976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9839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Colores en el viento - Pocahontas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31024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85888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Un mundo ideal - Aladdín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38928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93792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Hombre de acción - Mulán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84976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39839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Suéltalo - Frozen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31024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85888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Cuando pides un deseo a una estrella - Pinocho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38928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93792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El ciclo sin fin - El Rey León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84976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39839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Bajo el mar - La Sirenita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31024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n comod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4176" y="4718304"/>
            <a:ext cx="999743" cy="140817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 de 25 · bingomusicalgratis.es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6366F1"/>
                </a:solidFill>
              </a:defRPr>
            </a:pPr>
            <a:r>
              <a:t>🎵 BINGO MUSICAL - Disney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7/50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¿Puedes sentir el amor esta noche? - El Rey León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2170175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25040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Hakuna Matata - El Rey León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6224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71088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Parte de él - La Sirenita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128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Supercalifragilisticoespialidoso - Mary Poppins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70175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25040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Bajo el mar - La Sirenita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6224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71088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Suéltalo - Frozen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Un amigo genial - Aladdín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70175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25040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Recuérdame - Coco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16224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n comod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376" y="4718304"/>
            <a:ext cx="999743" cy="140817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0" y="100584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8/50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38928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93792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El ciclo sin fin - El Rey León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84976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9839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Hakuna Matata - El Rey León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31024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85888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Recuérdame - Coco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38928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93792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Parte de él - La Sirenita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84976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39839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Un amigo genial - Aladdín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31024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85888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Bajo el mar - La Sirenita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38928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93792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No se habla de Bruno - Encanto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84976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39839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Colores en el viento - Pocahontas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31024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n comod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4176" y="4718304"/>
            <a:ext cx="999743" cy="140817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4 de 25 · bingomusicalgratis.es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6366F1"/>
                </a:solidFill>
              </a:defRPr>
            </a:pPr>
            <a:r>
              <a:t>🎵 BINGO MUSICAL - Disney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9/50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Hombre de acción - Mulán</a:t>
            </a:r>
          </a:p>
        </p:txBody>
      </p:sp>
      <p:sp>
        <p:nvSpPr>
          <p:cNvPr id="7" name="Rectangle 6"/>
          <p:cNvSpPr/>
          <p:nvPr/>
        </p:nvSpPr>
        <p:spPr>
          <a:xfrm>
            <a:off x="2170175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25040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No se habla de Bruno - Encanto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6224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71088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La Bella y la Bestia - La Bella y la Bestia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128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Suéltalo - Frozen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70175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25040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Parte de él - La Sirenita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6224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71088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¡Qué festín! - La Bella y la Bestia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Supercalifragilisticoespialidoso - Mary Poppins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70175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25040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¿Puedes sentir el amor esta noche? - El Rey León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16224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n comod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376" y="4718304"/>
            <a:ext cx="999743" cy="140817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0" y="100584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10/50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38928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93792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Recuérdame - Coco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84976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9839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¿Puedes sentir el amor esta noche? - El Rey León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31024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85888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Hombre de acción - Mulán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38928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93792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Cuando pides un deseo a una estrella - Pinocho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84976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39839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Suéltalo - Frozen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31024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85888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Reflejo - Mulán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38928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93792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¡Qué festín! - La Bella y la Bestia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84976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39839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La Bella y la Bestia - La Bella y la Bestia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31024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n comod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4176" y="4718304"/>
            <a:ext cx="999743" cy="140817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5 de 25 · bingomusicalgratis.es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6366F1"/>
                </a:solidFill>
              </a:defRPr>
            </a:pPr>
            <a:r>
              <a:t>🎵 BINGO MUSICAL - Disney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11/50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Qué lejos voy - Vaiana</a:t>
            </a:r>
          </a:p>
        </p:txBody>
      </p:sp>
      <p:sp>
        <p:nvSpPr>
          <p:cNvPr id="7" name="Rectangle 6"/>
          <p:cNvSpPr/>
          <p:nvPr/>
        </p:nvSpPr>
        <p:spPr>
          <a:xfrm>
            <a:off x="2170175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25040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Un amigo genial - Aladdín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6224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71088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Suéltalo - Frozen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128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No se habla de Bruno - Encanto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70175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25040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Bajo el mar - La Sirenita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6224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71088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Supercalifragilisticoespialidoso - Mary Poppins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Recuérdame - Coco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70175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25040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Reflejo - Mulán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16224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n comod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376" y="4718304"/>
            <a:ext cx="999743" cy="140817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0" y="100584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12/50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38928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93792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Parte de él - La Sirenita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84976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9839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¿Puedes sentir el amor esta noche? - El Rey León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31024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85888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No se habla de Bruno - Encanto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38928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93792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Un amigo genial - Aladdín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84976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39839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Recuérdame - Coco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31024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85888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Un mundo ideal - Aladdín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38928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93792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Suéltalo - Frozen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84976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39839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De nada - Vaiana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31024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n comod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4176" y="4718304"/>
            <a:ext cx="999743" cy="140817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6 de 25 · bingomusicalgratis.es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6366F1"/>
                </a:solidFill>
              </a:defRPr>
            </a:pPr>
            <a:r>
              <a:t>🎵 BINGO MUSICAL - Disney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13/50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Parte de él - La Sirenita</a:t>
            </a:r>
          </a:p>
        </p:txBody>
      </p:sp>
      <p:sp>
        <p:nvSpPr>
          <p:cNvPr id="7" name="Rectangle 6"/>
          <p:cNvSpPr/>
          <p:nvPr/>
        </p:nvSpPr>
        <p:spPr>
          <a:xfrm>
            <a:off x="2170175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25040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Recuérdame - Coco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6224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71088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Hakuna Matata - El Rey León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128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De nada - Vaiana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70175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25040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El ciclo sin fin - El Rey León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6224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71088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No se habla de Bruno - Encanto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Bajo el mar - La Sirenita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70175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25040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La Bella y la Bestia - La Bella y la Bestia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16224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n comod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376" y="4718304"/>
            <a:ext cx="999743" cy="140817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0" y="100584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14/50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38928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93792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Supercalifragilisticoespialidoso - Mary Poppins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84976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9839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Hay un amigo en mí - Toy Story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31024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85888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Hakuna Matata - El Rey León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38928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93792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Suéltalo - Frozen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84976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39839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Qué lejos voy - Vaiana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31024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85888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Parte de él - La Sirenita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38928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93792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Recuérdame - Coco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84976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39839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Reflejo - Mulán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31024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n comod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4176" y="4718304"/>
            <a:ext cx="999743" cy="140817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7 de 25 · bingomusicalgratis.es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6366F1"/>
                </a:solidFill>
              </a:defRPr>
            </a:pPr>
            <a:r>
              <a:t>🎵 BINGO MUSICAL - Disney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15/50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¿Puedes sentir el amor esta noche? - El Rey León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2170175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25040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Hakuna Matata - El Rey León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6224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71088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Suéltalo - Frozen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128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Qué lejos voy - Vaiana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70175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25040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Supercalifragilisticoespialidoso - Mary Poppins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6224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71088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Hombre de acción - Mulán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Reflejo - Mulán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70175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25040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El ciclo sin fin - El Rey León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16224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n comod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376" y="4718304"/>
            <a:ext cx="999743" cy="140817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0" y="100584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16/50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38928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93792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La Bella y la Bestia - La Bella y la Bestia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84976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9839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Reflejo - Mulán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31024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85888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Bajo el mar - La Sirenita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38928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93792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Un mundo ideal - Aladdín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84976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39839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Qué lejos voy - Vaiana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31024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85888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El ciclo sin fin - El Rey León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38928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93792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Hay un amigo en mí - Toy Story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84976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39839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No se habla de Bruno - Encanto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31024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n comod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4176" y="4718304"/>
            <a:ext cx="999743" cy="140817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8 de 25 · bingomusicalgratis.es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6366F1"/>
                </a:solidFill>
              </a:defRPr>
            </a:pPr>
            <a:r>
              <a:t>🎵 BINGO MUSICAL - Disney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17/50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Supercalifragilisticoespialidoso - Mary Poppins</a:t>
            </a:r>
          </a:p>
        </p:txBody>
      </p:sp>
      <p:sp>
        <p:nvSpPr>
          <p:cNvPr id="7" name="Rectangle 6"/>
          <p:cNvSpPr/>
          <p:nvPr/>
        </p:nvSpPr>
        <p:spPr>
          <a:xfrm>
            <a:off x="2170175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25040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Hakuna Matata - El Rey León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6224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71088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¿Puedes sentir el amor esta noche? - El Rey León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128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El ciclo sin fin - El Rey León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70175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25040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Recuérdame - Coco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6224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71088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Hay un amigo en mí - Toy Story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Bajo el mar - La Sirenita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70175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25040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Un amigo genial - Aladdín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16224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n comod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376" y="4718304"/>
            <a:ext cx="999743" cy="140817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0" y="100584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18/50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38928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93792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Colores en el viento - Pocahontas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84976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9839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La Bella y la Bestia - La Bella y la Bestia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31024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85888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Hay un amigo en mí - Toy Story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38928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93792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Un amigo genial - Aladdín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84976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39839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Hakuna Matata - El Rey León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31024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85888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No se habla de Bruno - Encanto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38928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93792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Qué lejos voy - Vaiana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84976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39839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Bajo el mar - La Sirenita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31024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n comod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4176" y="4718304"/>
            <a:ext cx="999743" cy="140817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9 de 25 · bingomusicalgratis.es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6366F1"/>
                </a:solidFill>
              </a:defRPr>
            </a:pPr>
            <a:r>
              <a:t>🎵 BINGO MUSICAL - Disney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19/50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¡Qué festín! - La Bella y la Bestia</a:t>
            </a:r>
          </a:p>
        </p:txBody>
      </p:sp>
      <p:sp>
        <p:nvSpPr>
          <p:cNvPr id="7" name="Rectangle 6"/>
          <p:cNvSpPr/>
          <p:nvPr/>
        </p:nvSpPr>
        <p:spPr>
          <a:xfrm>
            <a:off x="2170175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25040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Reflejo - Mulán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6224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71088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¿Puedes sentir el amor esta noche? - El Rey León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128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Bajo el mar - La Sirenita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70175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25040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Hombre de acción - Mulán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6224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71088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Un mundo ideal - Aladdín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Cuando pides un deseo a una estrella - Pinocho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70175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25040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No se habla de Bruno - Encanto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16224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n comod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376" y="4718304"/>
            <a:ext cx="999743" cy="140817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0" y="100584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20/50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38928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93792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Hay un amigo en mí - Toy Story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84976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9839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Suéltalo - Frozen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31024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85888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Hombre de acción - Mulán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38928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93792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Colores en el viento - Pocahontas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84976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39839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Supercalifragilisticoespialidoso - Mary Poppins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31024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85888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No se habla de Bruno - Encanto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38928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93792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La Bella y la Bestia - La Bella y la Bestia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84976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39839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Bajo el mar - La Sirenita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31024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n comod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4176" y="4718304"/>
            <a:ext cx="999743" cy="140817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10 de 25 · bingomusicalgratis.es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6366F1"/>
                </a:solidFill>
              </a:defRPr>
            </a:pPr>
            <a:r>
              <a:t>🎵 BINGO MUSICAL - Disney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21/50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No se habla de Bruno - Encanto</a:t>
            </a:r>
          </a:p>
        </p:txBody>
      </p:sp>
      <p:sp>
        <p:nvSpPr>
          <p:cNvPr id="7" name="Rectangle 6"/>
          <p:cNvSpPr/>
          <p:nvPr/>
        </p:nvSpPr>
        <p:spPr>
          <a:xfrm>
            <a:off x="2170175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25040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Bajo el mar - La Sirenita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6224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71088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Supercalifragilisticoespialidoso - Mary Poppins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128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¡Qué festín! - La Bella y la Bestia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70175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25040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La Bella y la Bestia - La Bella y la Bestia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6224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71088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Colores en el viento - Pocahontas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De nada - Vaiana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70175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25040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Suéltalo - Frozen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16224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n comod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376" y="4718304"/>
            <a:ext cx="999743" cy="140817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0" y="100584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22/50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38928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93792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¡Qué festín! - La Bella y la Bestia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84976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9839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Recuérdame - Coco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31024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85888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Suéltalo - Frozen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38928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93792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El ciclo sin fin - El Rey León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84976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39839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Qué lejos voy - Vaiana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31024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85888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Hay un amigo en mí - Toy Story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38928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93792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La Bella y la Bestia - La Bella y la Bestia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84976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39839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Hakuna Matata - El Rey León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31024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n comod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4176" y="4718304"/>
            <a:ext cx="999743" cy="140817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11 de 25 · bingomusicalgratis.es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6366F1"/>
                </a:solidFill>
              </a:defRPr>
            </a:pPr>
            <a:r>
              <a:t>🎵 BINGO MUSICAL - Disney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23/50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El ciclo sin fin - El Rey León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2170175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25040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Reflejo - Mulán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6224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71088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¿Puedes sentir el amor esta noche? - El Rey León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128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Hakuna Matata - El Rey León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70175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25040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Hombre de acción - Mulán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6224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71088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Un mundo ideal - Aladdín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No se habla de Bruno - Encanto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70175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25040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La Bella y la Bestia - La Bella y la Bestia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16224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n comod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376" y="4718304"/>
            <a:ext cx="999743" cy="140817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0" y="100584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24/50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38928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93792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¿Puedes sentir el amor esta noche? - El Rey León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84976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9839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Qué lejos voy - Vaiana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31024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85888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Colores en el viento - Pocahontas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38928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93792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Cuando pides un deseo a una estrella - Pinocho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84976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39839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¡Qué festín! - La Bella y la Bestia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31024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85888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Reflejo - Mulán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38928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93792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El ciclo sin fin - El Rey León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84976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39839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Hombre de acción - Mulán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31024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n comod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4176" y="4718304"/>
            <a:ext cx="999743" cy="140817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12 de 25 · bingomusicalgratis.es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6366F1"/>
                </a:solidFill>
              </a:defRPr>
            </a:pPr>
            <a:r>
              <a:t>🎵 BINGO MUSICAL - Disney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25/50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Un mundo ideal - Aladdín</a:t>
            </a:r>
          </a:p>
        </p:txBody>
      </p:sp>
      <p:sp>
        <p:nvSpPr>
          <p:cNvPr id="7" name="Rectangle 6"/>
          <p:cNvSpPr/>
          <p:nvPr/>
        </p:nvSpPr>
        <p:spPr>
          <a:xfrm>
            <a:off x="2170175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25040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Reflejo - Mulán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6224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71088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El ciclo sin fin - El Rey León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128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Bajo el mar - La Sirenita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70175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25040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¿Puedes sentir el amor esta noche? - El Rey León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6224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71088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La Bella y la Bestia - La Bella y la Bestia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Parte de él - La Sirenita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70175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25040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De nada - Vaiana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16224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n comod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376" y="4718304"/>
            <a:ext cx="999743" cy="140817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0" y="100584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26/50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38928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93792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Recuérdame - Coco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84976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9839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Hakuna Matata - El Rey León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31024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85888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Hombre de acción - Mulán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38928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93792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El ciclo sin fin - El Rey León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84976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39839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No se habla de Bruno - Encanto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31024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85888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Colores en el viento - Pocahontas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38928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93792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Suéltalo - Frozen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84976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39839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¡Qué festín! - La Bella y la Bestia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31024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n comod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4176" y="4718304"/>
            <a:ext cx="999743" cy="140817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13 de 25 · bingomusicalgratis.es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6366F1"/>
                </a:solidFill>
              </a:defRPr>
            </a:pPr>
            <a:r>
              <a:t>🎵 BINGO MUSICAL - Disney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27/50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La Bella y la Bestia - La Bella y la Bestia</a:t>
            </a:r>
          </a:p>
        </p:txBody>
      </p:sp>
      <p:sp>
        <p:nvSpPr>
          <p:cNvPr id="7" name="Rectangle 6"/>
          <p:cNvSpPr/>
          <p:nvPr/>
        </p:nvSpPr>
        <p:spPr>
          <a:xfrm>
            <a:off x="2170175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25040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Parte de él - La Sirenita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6224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71088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Hakuna Matata - El Rey León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128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El ciclo sin fin - El Rey León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70175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25040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Colores en el viento - Pocahontas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6224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71088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Hombre de acción - Mulán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¿Puedes sentir el amor esta noche? - El Rey León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70175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25040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Supercalifragilisticoespialidoso - Mary Poppins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16224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n comod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376" y="4718304"/>
            <a:ext cx="999743" cy="140817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0" y="100584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28/50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38928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93792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¿Puedes sentir el amor esta noche? - El Rey León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84976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9839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¡Qué festín! - La Bella y la Bestia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31024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85888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Hombre de acción - Mulán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38928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93792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Hakuna Matata - El Rey León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84976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39839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De nada - Vaiana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31024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85888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Un amigo genial - Aladdín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38928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93792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Recuérdame - Coco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84976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39839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La Bella y la Bestia - La Bella y la Bestia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31024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n comod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4176" y="4718304"/>
            <a:ext cx="999743" cy="140817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14 de 25 · bingomusicalgratis.es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6366F1"/>
                </a:solidFill>
              </a:defRPr>
            </a:pPr>
            <a:r>
              <a:t>🎵 BINGO MUSICAL - Disney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29/50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¿Puedes sentir el amor esta noche? - El Rey León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2170175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25040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Hay un amigo en mí - Toy Story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6224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71088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Hombre de acción - Mulán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128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Parte de él - La Sirenita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70175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25040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El ciclo sin fin - El Rey León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6224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71088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De nada - Vaiana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Un mundo ideal - Aladdín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70175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25040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Hakuna Matata - El Rey León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16224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n comod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376" y="4718304"/>
            <a:ext cx="999743" cy="140817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0" y="100584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30/50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38928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93792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Parte de él - La Sirenita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84976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9839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Hakuna Matata - El Rey León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31024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85888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Un amigo genial - Aladdín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38928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93792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Hombre de acción - Mulán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84976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39839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Colores en el viento - Pocahontas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31024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85888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No se habla de Bruno - Encanto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38928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93792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Reflejo - Mulán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84976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39839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Qué lejos voy - Vaiana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31024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n comod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4176" y="4718304"/>
            <a:ext cx="999743" cy="140817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15 de 25 · bingomusicalgratis.es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6366F1"/>
                </a:solidFill>
              </a:defRPr>
            </a:pPr>
            <a:r>
              <a:t>🎵 BINGO MUSICAL - Disney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31/50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Cuando pides un deseo a una estrella - Pinocho</a:t>
            </a:r>
          </a:p>
        </p:txBody>
      </p:sp>
      <p:sp>
        <p:nvSpPr>
          <p:cNvPr id="7" name="Rectangle 6"/>
          <p:cNvSpPr/>
          <p:nvPr/>
        </p:nvSpPr>
        <p:spPr>
          <a:xfrm>
            <a:off x="2170175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25040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El ciclo sin fin - El Rey León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6224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71088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Hombre de acción - Mulán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128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Un mundo ideal - Aladdín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70175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25040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Hay un amigo en mí - Toy Story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6224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71088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Parte de él - La Sirenita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Un amigo genial - Aladdín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70175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25040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¿Puedes sentir el amor esta noche? - El Rey León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16224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n comod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376" y="4718304"/>
            <a:ext cx="999743" cy="140817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0" y="100584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32/50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38928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93792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Bajo el mar - La Sirenita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84976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9839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De nada - Vaiana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31024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85888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Un mundo ideal - Aladdín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38928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93792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Hay un amigo en mí - Toy Story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84976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39839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Supercalifragilisticoespialidoso - Mary Poppins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31024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85888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¡Qué festín! - La Bella y la Bestia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38928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93792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Suéltalo - Frozen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84976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39839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Reflejo - Mulán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31024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n comod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4176" y="4718304"/>
            <a:ext cx="999743" cy="140817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16 de 25 · bingomusicalgratis.es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6366F1"/>
                </a:solidFill>
              </a:defRPr>
            </a:pPr>
            <a:r>
              <a:t>🎵 BINGO MUSICAL - Disney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33/50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¡Qué festín! - La Bella y la Bestia</a:t>
            </a:r>
          </a:p>
        </p:txBody>
      </p:sp>
      <p:sp>
        <p:nvSpPr>
          <p:cNvPr id="7" name="Rectangle 6"/>
          <p:cNvSpPr/>
          <p:nvPr/>
        </p:nvSpPr>
        <p:spPr>
          <a:xfrm>
            <a:off x="2170175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25040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Parte de él - La Sirenita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6224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71088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Cuando pides un deseo a una estrella - Pinocho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128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La Bella y la Bestia - La Bella y la Bestia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70175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25040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De nada - Vaiana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6224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71088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Hay un amigo en mí - Toy Story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Qué lejos voy - Vaiana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70175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25040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No se habla de Bruno - Encanto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16224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n comod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376" y="4718304"/>
            <a:ext cx="999743" cy="140817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0" y="100584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34/50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38928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93792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Bajo el mar - La Sirenita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84976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9839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La Bella y la Bestia - La Bella y la Bestia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31024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85888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Reflejo - Mulán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38928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93792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¿Puedes sentir el amor esta noche? - El Rey León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84976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39839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Qué lejos voy - Vaiana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31024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85888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Hombre de acción - Mulán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38928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93792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Un amigo genial - Aladdín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84976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39839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De nada - Vaiana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31024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n comod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4176" y="4718304"/>
            <a:ext cx="999743" cy="140817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17 de 25 · bingomusicalgratis.es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6366F1"/>
                </a:solidFill>
              </a:defRPr>
            </a:pPr>
            <a:r>
              <a:t>🎵 BINGO MUSICAL - Disney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35/50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Qué lejos voy - Vaiana</a:t>
            </a:r>
          </a:p>
        </p:txBody>
      </p:sp>
      <p:sp>
        <p:nvSpPr>
          <p:cNvPr id="7" name="Rectangle 6"/>
          <p:cNvSpPr/>
          <p:nvPr/>
        </p:nvSpPr>
        <p:spPr>
          <a:xfrm>
            <a:off x="2170175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25040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Un mundo ideal - Aladdín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6224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71088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Suéltalo - Frozen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128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El ciclo sin fin - El Rey León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70175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25040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Reflejo - Mulán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6224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71088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Hombre de acción - Mulán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La Bella y la Bestia - La Bella y la Bestia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70175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25040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Supercalifragilisticoespialidoso - Mary Poppins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16224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n comod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376" y="4718304"/>
            <a:ext cx="999743" cy="140817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0" y="100584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36/50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38928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93792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Un mundo ideal - Aladdín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84976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9839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Colores en el viento - Pocahontas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31024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85888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¿Puedes sentir el amor esta noche? - El Rey León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38928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93792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Hombre de acción - Mulán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84976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39839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Hakuna Matata - El Rey León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31024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85888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Recuérdame - Coco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38928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93792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Supercalifragilisticoespialidoso - Mary Poppins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84976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39839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Bajo el mar - La Sirenita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31024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n comod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4176" y="4718304"/>
            <a:ext cx="999743" cy="140817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18 de 25 · bingomusicalgratis.es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6366F1"/>
                </a:solidFill>
              </a:defRPr>
            </a:pPr>
            <a:r>
              <a:t>🎵 BINGO MUSICAL - Disney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37/50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Parte de él - La Sirenita</a:t>
            </a:r>
          </a:p>
        </p:txBody>
      </p:sp>
      <p:sp>
        <p:nvSpPr>
          <p:cNvPr id="7" name="Rectangle 6"/>
          <p:cNvSpPr/>
          <p:nvPr/>
        </p:nvSpPr>
        <p:spPr>
          <a:xfrm>
            <a:off x="2170175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25040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Hay un amigo en mí - Toy Story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6224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71088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La Bella y la Bestia - La Bella y la Bestia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128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Hakuna Matata - El Rey León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70175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25040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Colores en el viento - Pocahontas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6224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71088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Cuando pides un deseo a una estrella - Pinocho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¿Puedes sentir el amor esta noche? - El Rey León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70175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25040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No se habla de Bruno - Encanto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16224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n comod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376" y="4718304"/>
            <a:ext cx="999743" cy="140817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0" y="100584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38/50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38928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93792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Hay un amigo en mí - Toy Story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84976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9839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Supercalifragilisticoespialidoso - Mary Poppins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31024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85888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Parte de él - La Sirenita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38928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93792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Un amigo genial - Aladdín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84976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39839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Qué lejos voy - Vaiana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31024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85888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Suéltalo - Frozen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38928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93792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Hakuna Matata - El Rey León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84976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39839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¡Qué festín! - La Bella y la Bestia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31024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n comod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4176" y="4718304"/>
            <a:ext cx="999743" cy="140817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19 de 25 · bingomusicalgratis.es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6366F1"/>
                </a:solidFill>
              </a:defRPr>
            </a:pPr>
            <a:r>
              <a:t>🎵 BINGO MUSICAL - Disney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39/50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Hombre de acción - Mulán</a:t>
            </a:r>
          </a:p>
        </p:txBody>
      </p:sp>
      <p:sp>
        <p:nvSpPr>
          <p:cNvPr id="7" name="Rectangle 6"/>
          <p:cNvSpPr/>
          <p:nvPr/>
        </p:nvSpPr>
        <p:spPr>
          <a:xfrm>
            <a:off x="2170175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25040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Un amigo genial - Aladdín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6224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71088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Supercalifragilisticoespialidoso - Mary Poppins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128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Un mundo ideal - Aladdín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70175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25040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Bajo el mar - La Sirenita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6224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71088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Hakuna Matata - El Rey León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No se habla de Bruno - Encanto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70175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25040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Suéltalo - Frozen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16224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n comod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376" y="4718304"/>
            <a:ext cx="999743" cy="140817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0" y="100584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40/50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38928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93792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Bajo el mar - La Sirenita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84976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9839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Cuando pides un deseo a una estrella - Pinocho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31024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85888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Hakuna Matata - El Rey León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38928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93792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Un amigo genial - Aladdín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84976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39839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Reflejo - Mulán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31024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85888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Qué lejos voy - Vaiana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38928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93792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Un mundo ideal - Aladdín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84976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39839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El ciclo sin fin - El Rey León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31024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n comod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4176" y="4718304"/>
            <a:ext cx="999743" cy="140817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20 de 25 · bingomusicalgratis.es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6366F1"/>
                </a:solidFill>
              </a:defRPr>
            </a:pPr>
            <a:r>
              <a:t>🎵 BINGO MUSICAL - Disney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41/50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Un amigo genial - Aladdín</a:t>
            </a:r>
          </a:p>
        </p:txBody>
      </p:sp>
      <p:sp>
        <p:nvSpPr>
          <p:cNvPr id="7" name="Rectangle 6"/>
          <p:cNvSpPr/>
          <p:nvPr/>
        </p:nvSpPr>
        <p:spPr>
          <a:xfrm>
            <a:off x="2170175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25040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La Bella y la Bestia - La Bella y la Bestia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6224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71088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¡Qué festín! - La Bella y la Bestia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128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No se habla de Bruno - Encanto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70175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25040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Reflejo - Mulán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6224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71088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Un mundo ideal - Aladdín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Hombre de acción - Mulán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70175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25040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De nada - Vaiana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16224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n comod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376" y="4718304"/>
            <a:ext cx="999743" cy="140817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0" y="100584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42/50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38928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93792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Reflejo - Mulán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84976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9839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Hay un amigo en mí - Toy Story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31024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85888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No se habla de Bruno - Encanto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38928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93792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El ciclo sin fin - El Rey León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84976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39839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¡Qué festín! - La Bella y la Bestia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31024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85888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Cuando pides un deseo a una estrella - Pinocho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38928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93792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Bajo el mar - La Sirenita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84976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39839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¿Puedes sentir el amor esta noche? - El Rey León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31024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n comod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4176" y="4718304"/>
            <a:ext cx="999743" cy="140817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21 de 25 · bingomusicalgratis.es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6366F1"/>
                </a:solidFill>
              </a:defRPr>
            </a:pPr>
            <a:r>
              <a:t>🎵 BINGO MUSICAL - Disney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43/50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Parte de él - La Sirenita</a:t>
            </a:r>
          </a:p>
        </p:txBody>
      </p:sp>
      <p:sp>
        <p:nvSpPr>
          <p:cNvPr id="7" name="Rectangle 6"/>
          <p:cNvSpPr/>
          <p:nvPr/>
        </p:nvSpPr>
        <p:spPr>
          <a:xfrm>
            <a:off x="2170175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25040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¿Puedes sentir el amor esta noche? - El Rey León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6224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71088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El ciclo sin fin - El Rey León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128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Qué lejos voy - Vaiana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70175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25040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Bajo el mar - La Sirenita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6224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71088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Colores en el viento - Pocahontas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La Bella y la Bestia - La Bella y la Bestia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70175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25040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Un amigo genial - Aladdín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16224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n comod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376" y="4718304"/>
            <a:ext cx="999743" cy="140817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0" y="100584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44/50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38928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93792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Hakuna Matata - El Rey León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84976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9839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Un mundo ideal - Aladdín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31024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85888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Bajo el mar - La Sirenita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38928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93792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El ciclo sin fin - El Rey León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84976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39839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Cuando pides un deseo a una estrella - Pinocho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31024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85888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No se habla de Bruno - Encanto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38928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93792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Recuérdame - Coco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84976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39839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¿Puedes sentir el amor esta noche? - El Rey León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31024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n comod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4176" y="4718304"/>
            <a:ext cx="999743" cy="140817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22 de 25 · bingomusicalgratis.es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6366F1"/>
                </a:solidFill>
              </a:defRPr>
            </a:pPr>
            <a:r>
              <a:t>🎵 BINGO MUSICAL - Disney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45/50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Reflejo - Mulán</a:t>
            </a:r>
          </a:p>
        </p:txBody>
      </p:sp>
      <p:sp>
        <p:nvSpPr>
          <p:cNvPr id="7" name="Rectangle 6"/>
          <p:cNvSpPr/>
          <p:nvPr/>
        </p:nvSpPr>
        <p:spPr>
          <a:xfrm>
            <a:off x="2170175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25040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Bajo el mar - La Sirenita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6224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71088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Colores en el viento - Pocahontas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128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Parte de él - La Sirenita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70175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25040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No se habla de Bruno - Encanto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6224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71088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Hombre de acción - Mulán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El ciclo sin fin - El Rey León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70175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25040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Supercalifragilisticoespialidoso - Mary Poppins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16224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n comod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376" y="4718304"/>
            <a:ext cx="999743" cy="140817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0" y="100584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46/50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38928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93792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Suéltalo - Frozen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84976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9839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Hakuna Matata - El Rey León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31024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85888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Colores en el viento - Pocahontas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38928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93792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Supercalifragilisticoespialidoso - Mary Poppins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84976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39839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Hombre de acción - Mulán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31024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85888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De nada - Vaiana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38928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93792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Parte de él - La Sirenita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84976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39839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Un amigo genial - Aladdín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31024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n comod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4176" y="4718304"/>
            <a:ext cx="999743" cy="140817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23 de 25 · bingomusicalgratis.es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6366F1"/>
                </a:solidFill>
              </a:defRPr>
            </a:pPr>
            <a:r>
              <a:t>🎵 BINGO MUSICAL - Disney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47/50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Reflejo - Mulán</a:t>
            </a:r>
          </a:p>
        </p:txBody>
      </p:sp>
      <p:sp>
        <p:nvSpPr>
          <p:cNvPr id="7" name="Rectangle 6"/>
          <p:cNvSpPr/>
          <p:nvPr/>
        </p:nvSpPr>
        <p:spPr>
          <a:xfrm>
            <a:off x="2170175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25040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Un amigo genial - Aladdín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6224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71088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Colores en el viento - Pocahontas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128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Bajo el mar - La Sirenita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70175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25040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Qué lejos voy - Vaiana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6224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71088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De nada - Vaiana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¿Puedes sentir el amor esta noche? - El Rey León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70175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25040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Supercalifragilisticoespialidoso - Mary Poppins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16224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n comod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376" y="4718304"/>
            <a:ext cx="999743" cy="140817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0" y="100584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48/50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38928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93792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Un amigo genial - Aladdín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84976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9839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La Bella y la Bestia - La Bella y la Bestia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31024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85888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Parte de él - La Sirenita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38928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93792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Suéltalo - Frozen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84976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39839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El ciclo sin fin - El Rey León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31024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85888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Un mundo ideal - Aladdín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38928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93792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Reflejo - Mulán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84976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39839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Hay un amigo en mí - Toy Story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31024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n comod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4176" y="4718304"/>
            <a:ext cx="999743" cy="140817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24 de 25 · bingomusicalgratis.es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6366F1"/>
                </a:solidFill>
              </a:defRPr>
            </a:pPr>
            <a:r>
              <a:t>🎵 BINGO MUSICAL - Disney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49/50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Hay un amigo en mí - Toy Story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2170175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25040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¿Puedes sentir el amor esta noche? - El Rey León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6224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71088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Colores en el viento - Pocahontas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128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¡Qué festín! - La Bella y la Bestia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70175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25040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Bajo el mar - La Sirenita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6224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71088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Un amigo genial - Aladdín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No se habla de Bruno - Encanto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70175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25040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La Bella y la Bestia - La Bella y la Bestia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16224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n comod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376" y="4718304"/>
            <a:ext cx="999743" cy="140817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0" y="100584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50/50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38928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93792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Reflejo - Mulán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84976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9839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Recuérdame - Coco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31024" y="153619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85888" y="159105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Suéltalo - Frozen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38928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93792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Cuando pides un deseo a una estrella - Pinocho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84976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39839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Qué lejos voy - Vaiana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31024" y="309067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85888" y="314553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Hay un amigo en mí - Toy Story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38928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93792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Bajo el mar - La Sirenita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84976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39839" y="4700016"/>
            <a:ext cx="103632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0" sz="1200">
                <a:solidFill>
                  <a:srgbClr val="282828"/>
                </a:solidFill>
              </a:defRPr>
            </a:pPr>
            <a:r>
              <a:t>Un mundo ideal - Aladdín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31024" y="4645152"/>
            <a:ext cx="1146047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n comod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4176" y="4718304"/>
            <a:ext cx="999743" cy="140817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25 de 25 · bingomusicalgratis.es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