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se habla de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Encanto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¿Puedes sentir el amor esta noche?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Qué lejos voy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Recuérdame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 nada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ciclo sin fin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¡Qué festín!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Parte de él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Colores en el viento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Pocahontas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Hombre de acción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Reflejo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Supercalifragilisticoespialidoso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Mary Poppins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amigo genial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mundo ideal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Bajo el 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pides un deseo a una estrella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Pinocho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¡Qué festín!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ciclo sin fin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Bella y la Bestia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Hay un amigo en mí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Toy Story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Supercalifragilisticoespialidoso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Mary Poppins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Suéltalo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Frozen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Hakuna Matata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se habla de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Encanto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Colores en el viento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Pocahontas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Suéltalo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Frozen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Hay un amigo en mí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Toy Story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Hakuna Matata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Recuérdame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Coco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Hombre de acción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Bajo el 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 nada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Recuérdame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Qué lejos voy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Bella y la Bestia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amigo genial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mundo ideal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Reflejo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Parte de él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pides un deseo a una estrella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Pinocho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Reflejo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 nada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Parte de él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Hay un amigo en mí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Toy 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¿Puedes sentir el amor esta noche?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mundo ideal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Supercalifragilisticoespialidoso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Mary Poppins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pides un deseo a una estrella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Pinocho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¡Qué festín!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Suéltalo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Frozen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Hombre de acción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¿Puedes sentir el amor esta noche?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ciclo sin fin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Bella y la Bestia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Parte de él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Bajo el 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Bella y la Bestia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ciclo sin fin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Qué lejos voy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se habla de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Encanto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amigo genial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Hakuna Matata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Bajo el 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Colores en el viento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Pocahontas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amigo genial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Recuérdame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Coco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Qué lejos voy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 nada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Suéltalo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Frozen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Reflejo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¡Qué festín!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Hakuna Matata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¡Qué festín!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Hombre de acción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Supercalifragilisticoespialidoso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Mary Poppins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pides un deseo a una estrella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Pinocho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Suéltalo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Frozen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Colores en el viento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Pocahontas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Hay un amigo en mí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Toy Story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¿Puedes sentir el amor esta noche?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Hombre de acción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amigo genial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mundo ideal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se habla de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Encanto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Hakuna Matata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ciclo sin fin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Supercalifragilisticoespialidoso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Mary Poppins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¿Puedes sentir el amor esta noche?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Bella y la Bestia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Bajo el 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 nada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Colores en el viento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Pocahontas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Hay un amigo en mí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Toy Story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Qué lejos voy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Parte de él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¿Puedes sentir el amor esta noche?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pides un deseo a una estrella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Pinocho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Hay un amigo en mí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Toy 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Reflejo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¡Qué festín!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Parte de él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se habla de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Encanto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Bajo el 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Recuérdame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mundo ideal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Supercalifragilisticoespialidoso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Mary Poppins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amigo genial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Hakuna Matata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Bella y la Bestia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Suéltalo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Frozen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 nada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pides un deseo a una estrella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Pinocho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Recuérdame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Coco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Qué lejos voy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Hombre de acción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Reflejo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Supercalifragilisticoespialidoso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Mary Poppins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se habla de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Encanto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Suéltalo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Frozen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Colores en el viento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Pocahontas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Bella y la Bestia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ciclo sin fin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Parte de él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Colores en el viento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Pocahontas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Hay un amigo en mí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Toy Story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amigo genial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Hombre de acción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mundo ideal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Hakuna Matata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Suéltalo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Frozen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¿Puedes sentir el amor esta noche?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pides un deseo a una estrella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Pinocho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 nada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ciclo sin fin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se habla de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Encanto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Bajo el 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 nada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¡Qué festín!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mundo ideal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Recuérdame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ciclo sin fin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Reflejo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Bella y la Bestia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Bella y la Bestia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Supercalifragilisticoespialidoso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Mary Poppins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se habla de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Encanto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¿Puedes sentir el amor esta noche?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Parte de él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Hakuna Matata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Colores en el viento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Pocahontas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mundo ideal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Qué lejos voy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pides un deseo a una estrella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Pinocho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Hay un amigo en mí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Toy Story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Reflejo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Bajo el 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Sirenita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¿Puedes sentir el amor esta noche?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ciclo sin fin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Rey León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amigo genial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Aladdín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Hombre de acción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Mulán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Qué lejos voy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Vaiana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