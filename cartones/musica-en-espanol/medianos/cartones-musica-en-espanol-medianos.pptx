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Duele el Corazón - Enrique Iglesias ft. Wisin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Felices los 4 - Maluma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Tusa - Karol G &amp; Nicki Minaj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Calma - Pedro Capó &amp; Farruko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Con Altura - Rosalía &amp; J Balvin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Sobrio - Maluma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Safaera - Bad Bunny, Jowell &amp; Randy, Ñengo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Subeme La Radio - Enrique Iglesias ft. Descemer Bueno &amp; Zion &amp; Lennox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Criminal - Natti Natasha &amp; Ozuna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Hawái - Maluma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Ella Quiere Beber - Anuel 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Chantaje - Shakira &amp; Maluma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El Perdón - Nicky Jam &amp; Enrique Iglesias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Échame la Culpa - Luis Fonsi &amp; Demi Lovato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Tusa - Karol G &amp; Nicki Minaj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Sobrio - Maluma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Mi Gente - J Balvin &amp; Willy William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Secreto - Anuel AA &amp; Karol 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Calma - Pedro Capó &amp; Farruko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Me Rehúso - Danny Ocean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Dákiti - Bad Bunny &amp; Jhay Cortez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Chantaje - Shakira &amp; Maluma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Felices los 4 - Maluma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Hawái - Maluma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15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Yo Perreo Sola - Bad Bunny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Corazón - Maluma ft. Nego do Borel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Secreto - Anuel AA &amp; Karol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Calma - Pedro Capó &amp; Farruko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Me Rehúso - Danny Ocean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Felices los 4 - Maluma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Hawái - Maluma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Safaera - Bad Bunny, Jowell &amp; Randy, Ñengo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X - Nicky Jam &amp; J Balvin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Tusa - Karol G &amp; Nicki Minaj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Échame la Culpa - Luis Fonsi &amp; Demi Lovato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El Perdón - Nicky Jam &amp; Enrique Iglesias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Calma - Pedro Capó &amp; Farruko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Yo Perreo Sola - Bad Bunny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Tusa - Karol G &amp; Nicki Minaj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Criminal - Natti Natasha &amp; Ozuna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Dákiti - Bad Bunny &amp; Jhay Cortez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Safaera - Bad Bunny, Jowell &amp; Randy, Ñengo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Con Altura - Rosalía &amp; J Balvin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El Perdón - Nicky Jam &amp; Enrique Iglesias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Felices los 4 - Maluma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Sobrio - Maluma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Chantaje - Shakira &amp; Maluma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Taki Taki - DJ Snake, Selena Gomez, Ozuna &amp; Cardi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15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Hawái - Maluma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Tusa - Karol G &amp; Nicki Minaj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La Canción - J Balvin &amp; Bad Bunny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Mi Gente - J Balvin &amp; Willy William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China - Anuel AA, Daddy Yankee, Karol G, Ozuna &amp; J Balvin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Taki Taki - DJ Snake, Selena Gomez, Ozuna &amp; Cardi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Me Rehúso - Danny Ocean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Chantaje - Shakira &amp; Maluma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Safaera - Bad Bunny, Jowell &amp; Randy, Ñengo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Criminal - Natti Natasha &amp; Ozuna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Échame la Culpa - Luis Fonsi &amp; Demi Lovato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X - Nicky Jam &amp; J Balvin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La Canción - J Balvin &amp; Bad Bunny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Safaera - Bad Bunny, Jowell &amp; Randy, Ñengo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Taki Taki - DJ Snake, Selena Gomez, Ozuna &amp; Cardi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Chantaje - Shakira &amp; Maluma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Ella Quiere Beber - Anuel AA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Corazón - Maluma ft. Nego do Borel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China - Anuel AA, Daddy Yankee, Karol G, Ozuna &amp; J Balvin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Felices los 4 - Maluma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X - Nicky Jam &amp; J Balvin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Criminal - Natti Natasha &amp; Ozuna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Baila Baila Baila - Ozuna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Subeme La Radio - Enrique Iglesias ft. Descemer Bueno &amp; Zion &amp; Lennox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15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Tusa - Karol G &amp; Nicki Minaj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Subeme La Radio - Enrique Iglesias ft. Descemer Bueno &amp; Zion &amp; Lennox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Corazón - Maluma ft. Nego do Borel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La Canción - J Balvin &amp; Bad Bunny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Safaera - Bad Bunny, Jowell &amp; Randy, Ñengo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Chantaje - Shakira &amp; Maluma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Taki Taki - DJ Snake, Selena Gomez, Ozuna &amp; Cardi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Baila Baila Baila - Ozuna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Me Rehúso - Danny Ocean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X - Nicky Jam &amp; J Balvin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Échame la Culpa - Luis Fonsi &amp; Demi Lovato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Con Altura - Rosalía &amp; J Balvin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Dákiti - Bad Bunny &amp; Jhay Cortez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Chantaje - Shakira &amp; Maluma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Tusa - Karol G &amp; Nicki Minaj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Calma - Pedro Capó &amp; Farruko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China - Anuel AA, Daddy Yankee, Karol G, Ozuna &amp; J Balvin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Duele el Corazón - Enrique Iglesias ft. Wisin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Con Altura - Rosalía &amp; J Balvin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X - Nicky Jam &amp; J Balvin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Corazón - Maluma ft. Nego do Borel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Taki Taki - DJ Snake, Selena Gomez, Ozuna &amp; Cardi 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Secreto - Anuel AA &amp; Karol 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El Perdón - Nicky Jam &amp; Enrique Iglesias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15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El Perdón - Nicky Jam &amp; Enrique Iglesias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Mi Gente - J Balvin &amp; Willy William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X - Nicky Jam &amp; J Balvin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Échame la Culpa - Luis Fonsi &amp; Demi Lovato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Me Rehúso - Danny Ocean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Secreto - Anuel AA &amp; Karol 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Dákiti - Bad Bunny &amp; Jhay Cortez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Duele el Corazón - Enrique Iglesias ft. Wisin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Yo Perreo Sola - Bad Bunny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Tusa - Karol G &amp; Nicki Minaj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Criminal - Natti Natasha &amp; Ozuna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La Canción - J Balvin &amp; Bad Bunny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Me Rehúso - Danny Ocean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Duele el Corazón - Enrique Iglesias ft. Wisin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Dákiti - Bad Bunny &amp; Jhay Cortez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La Canción - J Balvin &amp; Bad Bunny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Mi Gente - J Balvin &amp; Willy William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Hawái - Maluma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Yo Perreo Sola - Bad Bunny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Ella Quiere Beber - Anuel AA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Baila Baila Baila - Ozuna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Safaera - Bad Bunny, Jowell &amp; Randy, Ñengo Flow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Criminal - Natti Natasha &amp; Ozuna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Calma - Pedro Capó &amp; Farruko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15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Calma - Pedro Capó &amp; Farruko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Safaera - Bad Bunny, Jowell &amp; Randy, Ñengo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Criminal - Natti Natasha &amp; Ozuna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Chantaje - Shakira &amp; Maluma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Dákiti - Bad Bunny &amp; Jhay Cortez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Con Altura - Rosalía &amp; J Balvin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La Canción - J Balvin &amp; Bad Bunny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China - Anuel AA, Daddy Yankee, Karol G, Ozuna &amp; J Balvin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X - Nicky Jam &amp; J Balvin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Mi Gente - J Balvin &amp; Willy William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Tusa - Karol G &amp; Nicki Minaj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Secreto - Anuel AA &amp; Karol 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El Perdón - Nicky Jam &amp; Enrique Iglesias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Dákiti - Bad Bunny &amp; Jhay Cortez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Ella Quiere Beber - Anuel AA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Chantaje - Shakira &amp; Maluma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Taki Taki - DJ Snake, Selena Gomez, Ozuna &amp; Cardi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Secreto - Anuel AA &amp; Karol 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Calma - Pedro Capó &amp; Farruko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Con Altura - Rosalía &amp; J Balvin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Felices los 4 - Maluma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Tusa - Karol G &amp; Nicki Minaj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Échame la Culpa - Luis Fonsi &amp; Demi Lovato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Sobrio - Maluma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15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Baila Baila Baila - Ozuna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Tusa - Karol G &amp; Nicki Minaj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Échame la Culpa - Luis Fonsi &amp; Demi Lovato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Taki Taki - DJ Snake, Selena Gomez, Ozuna &amp; Cardi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Calma - Pedro Capó &amp; Farruko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Chantaje - Shakira &amp; Maluma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La Canción - J Balvin &amp; Bad Bunny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Yo Perreo Sola - Bad Bunny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Criminal - Natti Natasha &amp; Ozuna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Me Rehúso - Danny Ocean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Duele el Corazón - Enrique Iglesias ft. Wisin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Hawái - Maluma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China - Anuel AA, Daddy Yankee, Karol G, Ozuna &amp; J Balvin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Yo Perreo Sola - Bad Bunny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Con Altura - Rosalía &amp; J Balvin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Me Rehúso - Danny Ocean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Subeme La Radio - Enrique Iglesias ft. Descemer Bueno &amp; Zion &amp; Lennox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Baila Baila Baila - Ozuna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Safaera - Bad Bunny, Jowell &amp; Randy, Ñengo 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Criminal - Natti Natasha &amp; Ozuna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Mi Gente - J Balvin &amp; Willy William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Ella Quiere Beber - Anuel AA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Échame la Culpa - Luis Fonsi &amp; Demi Lovato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Secreto - Anuel AA &amp; Karol 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15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Criminal - Natti Natasha &amp; Ozuna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Yo Perreo Sola - Bad Bunny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X - Nicky Jam &amp; J Balvin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Calma - Pedro Capó &amp; Farruko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La Canción - J Balvin &amp; Bad Bunny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Échame la Culpa - Luis Fonsi &amp; Demi Lovato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Baila Baila Baila - Ozuna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Tusa - Karol G &amp; Nicki Minaj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Mi Gente - J Balvin &amp; Willy William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Safaera - Bad Bunny, Jowell &amp; Randy, Ñengo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Dákiti - Bad Bunny &amp; Jhay Cortez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Hawái - Maluma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Secreto - Anuel AA &amp; Karol 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La Canción - J Balvin &amp; Bad Bunny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Échame la Culpa - Luis Fonsi &amp; Demi Lovato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Hawái - Maluma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Taki Taki - DJ Snake, Selena Gomez, Ozuna &amp; Cardi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Con Altura - Rosalía &amp; J Balvin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China - Anuel AA, Daddy Yankee, Karol G, Ozuna &amp; J Balvin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Yo Perreo Sola - Bad Bunny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Corazón - Maluma ft. Nego do Borel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Baila Baila Baila - Ozuna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Safaera - Bad Bunny, Jowell &amp; Randy, Ñengo Flow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Sobrio - Maluma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15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El Perdón - Nicky Jam &amp; Enrique Iglesias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Dákiti - Bad Bunny &amp; Jhay Cortez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Safaera - Bad Bunny, Jowell &amp; Randy, Ñengo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Calma - Pedro Capó &amp; Farruko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Taki Taki - DJ Snake, Selena Gomez, Ozuna &amp; Cardi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Con Altura - Rosalía &amp; J Balvin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Subeme La Radio - Enrique Iglesias ft. Descemer Bueno &amp; Zion &amp; Lennox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Hawái - Maluma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La Canción - J Balvin &amp; Bad Bunny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Duele el Corazón - Enrique Iglesias ft. Wisin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Secreto - Anuel AA &amp; Karol 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Criminal - Natti Natasha &amp; Ozuna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Subeme La Radio - Enrique Iglesias ft. Descemer Bueno &amp; Zion &amp; Lennox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Con Altura - Rosalía &amp; J Balvin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Tusa - Karol G &amp; Nicki Minaj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Taki Taki - DJ Snake, Selena Gomez, Ozuna &amp; Cardi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El Perdón - Nicky Jam &amp; Enrique Iglesias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X - Nicky Jam &amp; J Balvin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Corazón - Maluma ft. Nego do Borel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Criminal - Natti Natasha &amp; Ozuna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Chantaje - Shakira &amp; Maluma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Safaera - Bad Bunny, Jowell &amp; Randy, Ñengo Flow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Me Rehúso - Danny Ocean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Dákiti - Bad Bunny &amp; Jhay Cortez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15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19/30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Corazón - Maluma ft. Nego do Borel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China - Anuel AA, Daddy Yankee, Karol G, Ozuna &amp; J Balvin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Dákiti - Bad Bunny &amp; Jhay Cortez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Secreto - Anuel AA &amp; Karol 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Felices los 4 - Maluma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Chantaje - Shakira &amp; Maluma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Hawái - Maluma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Sobrio - Maluma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X - Nicky Jam &amp; J Balvin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Yo Perreo Sola - Bad Bunny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Calma - Pedro Capó &amp; Farruko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Taki Taki - DJ Snake, Selena Gomez, Ozuna &amp; Cardi 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Yo Perreo Sola - Bad Bunny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Baila Baila Baila - Ozuna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Taki Taki - DJ Snake, Selena Gomez, Ozuna &amp; Cardi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Con Altura - Rosalía &amp; J Balvin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El Perdón - Nicky Jam &amp; Enrique Iglesias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La Canción - J Balvin &amp; Bad Bunny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Me Rehúso - Danny Ocean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Dákiti - Bad Bunny &amp; Jhay Cortez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China - Anuel AA, Daddy Yankee, Karol G, Ozuna &amp; J Balvin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Safaera - Bad Bunny, Jowell &amp; Randy, Ñengo Flow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Corazón - Maluma ft. Nego do Borel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Ella Quiere Beber - Anuel AA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15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21/30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X - Nicky Jam &amp; J Balvin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Dákiti - Bad Bunny &amp; Jhay Cortez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Safaera - Bad Bunny, Jowell &amp; Randy, Ñengo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Tusa - Karol G &amp; Nicki Minaj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Sobrio - Maluma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Taki Taki - DJ Snake, Selena Gomez, Ozuna &amp; Cardi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Échame la Culpa - Luis Fonsi &amp; Demi Lovato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Hawái - Maluma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Subeme La Radio - Enrique Iglesias ft. Descemer Bueno &amp; Zion &amp; Lennox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Mi Gente - J Balvin &amp; Willy William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Calma - Pedro Capó &amp; Farruko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Felices los 4 - Maluma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22/30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China - Anuel AA, Daddy Yankee, Karol G, Ozuna &amp; J Balvin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Échame la Culpa - Luis Fonsi &amp; Demi Lovato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Felices los 4 - Maluma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Chantaje - Shakira &amp; Maluma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Hawái - Maluma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Mi Gente - J Balvin &amp; Willy William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Con Altura - Rosalía &amp; J Balvin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Me Rehúso - Danny Ocean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Criminal - Natti Natasha &amp; Ozuna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Baila Baila Baila - Ozuna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Yo Perreo Sola - Bad Bunny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X - Nicky Jam &amp; J Balvin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15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23/30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Sobrio - Maluma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Yo Perreo Sola - Bad Bunny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Mi Gente - J Balvin &amp; Willy William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La Canción - J Balvin &amp; Bad Bunny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Criminal - Natti Natasha &amp; Ozuna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Baila Baila Baila - Ozuna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El Perdón - Nicky Jam &amp; Enrique Iglesias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Con Altura - Rosalía &amp; J Balvin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Tusa - Karol G &amp; Nicki Minaj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China - Anuel AA, Daddy Yankee, Karol G, Ozuna &amp; J Balvin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Subeme La Radio - Enrique Iglesias ft. Descemer Bueno &amp; Zion &amp; Lennox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Duele el Corazón - Enrique Iglesias ft. Wisin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24/30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Corazón - Maluma ft. Nego do Borel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Sobrio - Maluma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Dákiti - Bad Bunny &amp; Jhay Cortez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Duele el Corazón - Enrique Iglesias ft. Wisin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Secreto - Anuel AA &amp; Karol 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X - Nicky Jam &amp; J Balvin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Calma - Pedro Capó &amp; Farruko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Con Altura - Rosalía &amp; J Balvin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China - Anuel AA, Daddy Yankee, Karol G, Ozuna &amp; J Balvin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Tusa - Karol G &amp; Nicki Minaj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Mi Gente - J Balvin &amp; Willy William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Safaera - Bad Bunny, Jowell &amp; Randy, Ñengo Flow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15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25/30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Secreto - Anuel AA &amp; Karol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Yo Perreo Sola - Bad Bunny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China - Anuel AA, Daddy Yankee, Karol G, Ozuna &amp; J Balvin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Corazón - Maluma ft. Nego do Borel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Subeme La Radio - Enrique Iglesias ft. Descemer Bueno &amp; Zion &amp; Lennox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Taki Taki - DJ Snake, Selena Gomez, Ozuna &amp; Cardi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Sobrio - Maluma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Dákiti - Bad Bunny &amp; Jhay Cortez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Felices los 4 - Maluma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Tusa - Karol G &amp; Nicki Minaj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Baila Baila Baila - Ozuna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Safaera - Bad Bunny, Jowell &amp; Randy, Ñengo 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26/30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Criminal - Natti Natasha &amp; Ozuna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Yo Perreo Sola - Bad Bunny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La Canción - J Balvin &amp; Bad Bunny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Taki Taki - DJ Snake, Selena Gomez, Ozuna &amp; Cardi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Mi Gente - J Balvin &amp; Willy William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Me Rehúso - Danny Ocean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Secreto - Anuel AA &amp; Karol 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X - Nicky Jam &amp; J Balvin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Calma - Pedro Capó &amp; Farruko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China - Anuel AA, Daddy Yankee, Karol G, Ozuna &amp; J Balvin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Felices los 4 - Maluma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Corazón - Maluma ft. Nego do Borel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15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27/30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Felices los 4 - Maluma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Subeme La Radio - Enrique Iglesias ft. Descemer Bueno &amp; Zion &amp; Lennox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La Canción - J Balvin &amp; Bad Bunny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Échame la Culpa - Luis Fonsi &amp; Demi Lovato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Con Altura - Rosalía &amp; J Balvin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Calma - Pedro Capó &amp; Farruko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Mi Gente - J Balvin &amp; Willy William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Hawái - Maluma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Safaera - Bad Bunny, Jowell &amp; Randy, Ñengo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Ella Quiere Beber - Anuel AA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Criminal - Natti Natasha &amp; Ozuna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China - Anuel AA, Daddy Yankee, Karol G, Ozuna &amp; J Balvin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28/30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Safaera - Bad Bunny, Jowell &amp; Randy, Ñengo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Criminal - Natti Natasha &amp; Ozuna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Con Altura - Rosalía &amp; J Balvin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Dákiti - Bad Bunny &amp; Jhay Cortez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Duele el Corazón - Enrique Iglesias ft. Wisin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El Perdón - Nicky Jam &amp; Enrique Iglesias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X - Nicky Jam &amp; J Balvin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Me Rehúso - Danny Ocean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Tusa - Karol G &amp; Nicki Minaj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Calma - Pedro Capó &amp; Farruko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Subeme La Radio - Enrique Iglesias ft. Descemer Bueno &amp; Zion &amp; Lennox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Felices los 4 - Maluma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15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2626"/>
                </a:solidFill>
              </a:defRPr>
            </a:pPr>
            <a:r>
              <a:t>🎵 BINGO MUSICAL - Música en Español - Medianos (12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29/30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Yo Perreo Sola - Bad Bunny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China - Anuel AA, Daddy Yankee, Karol G, Ozuna &amp; J Balvin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Secreto - Anuel AA &amp; Karol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La Canción - J Balvin &amp; Bad Bunny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Criminal - Natti Natasha &amp; Ozuna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Felices los 4 - Maluma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Ella Quiere Beber - Anuel AA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Con Altura - Rosalía &amp; J Balvin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Mi Gente - J Balvin &amp; Willy William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Échame la Culpa - Luis Fonsi &amp; Demi Lovato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Sobrio - Maluma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Calma - Pedro Capó &amp; Farruko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914400"/>
            <a:ext cx="3657600" cy="54864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0058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Cartón 30/30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155448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1. Échame la Culpa - Luis Fonsi &amp; Demi Lovato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993391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1993391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2. Criminal - Natti Natasha &amp; Ozuna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243230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43230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3. Con Altura - Rosalía &amp; J Balvin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66360" y="2871215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2871215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4. Ella Quiere Beber - Anuel AA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1012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331012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5. Taki Taki - DJ Snake, Selena Gomez, Ozuna &amp; Cardi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749039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0680" y="3749039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6. Chantaje - Shakira &amp; Maluma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8795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418795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7. Secreto - Anuel AA &amp; Karol 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4626864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40680" y="4626864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8. Yo Perreo Sola - Bad Bunny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66360" y="5065776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40680" y="5065776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9. Me Rehúso - Danny Ocean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504688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0680" y="5504688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10. Subeme La Radio - Enrique Iglesias ft. Descemer Bueno &amp; Zion &amp; Lennox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5943600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943600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11. Calma - Pedro Capó &amp; Farruko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6382512"/>
            <a:ext cx="27432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40680" y="6382512"/>
            <a:ext cx="31089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000">
                <a:solidFill>
                  <a:srgbClr val="282828"/>
                </a:solidFill>
              </a:defRPr>
            </a:pPr>
            <a:r>
              <a:t>12. Baila Baila Baila - Ozuna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15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