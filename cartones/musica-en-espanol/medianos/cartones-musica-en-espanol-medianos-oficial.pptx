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Canción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Bad Bunny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Rehúso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Danny Ocean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Sobrio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Mi Gente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 Balvin &amp; Willy William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 Baila Baila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Ozuna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Échame la Culpa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&amp; Demi Lovato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Dákiti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 &amp; Jhay Cortez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Calma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Pedro Capó &amp; Farruko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 Perreo Sola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Natti Natasha &amp; Ozuna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Felices los 4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 ft. Nego do Borel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Subeme La Radio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Descemer Bueno &amp; Zion &amp; Lennox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Taki Taki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 Snake, Selena Gomez, Ozuna &amp; Cardi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Hawái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Maluma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Con Altura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Rosalía &amp; J Balvin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Chantaje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&amp; Maluma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Safaera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Bunny, Jowell &amp; Randy, Ñengo 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Perdón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Enrique Iglesias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AA, Daddy Yankee, Karol G, Ozuna &amp; J Balvin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Nicky Jam &amp; J Balvin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Tusa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Karol G &amp; Nicki Minaj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Duele el Corazón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 ft. Wisin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Secreto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 &amp; Karol 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Ella Quiere Beber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Anuel AA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