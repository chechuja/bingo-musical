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Felices los 4 - Maluma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Criminal - Natti Natasha &amp; Ozuna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Chantaje - Shakira &amp; Maluma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Calma - Pedro Capó &amp; Farruko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Mi Gente - J Balvin &amp; Willy William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Baila Baila Baila - Ozuna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Con Altura - Rosalía &amp; J Balvin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Hawái - Maluma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Yo Perreo Sola - Bad Bunny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Duele el Corazón - Enrique Iglesias ft. Wisin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Ella Quiere Beber - Anuel 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Secreto - Anuel AA &amp; Karol 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Taki Taki - DJ Snake, Selena Gomez, Ozuna &amp; Cardi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Subeme La Radio - Enrique Iglesias ft. Descemer Bueno &amp; Zion &amp; Lennox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Dákiti - Bad Bunny &amp; Jhay Cortez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Safaera - Bad Bunny, Jowell &amp; Randy, Ñengo 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Sobrio - Maluma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Me Rehúso - Danny Ocean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El Perdón - Nicky Jam &amp; Enrique Iglesias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Corazón - Maluma ft. Nego do Borel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40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Ella Quiere Beber - Anuel 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Duele el Corazón - Enrique Iglesias ft. Wisin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Dákiti - Bad Bunny &amp; Jhay Cortez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Sobrio - Maluma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Tusa - Karol G &amp; Nicki Minaj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Secreto - Anuel AA &amp; Karol 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Calma - Pedro Capó &amp; Farruko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Taki Taki - DJ Snake, Selena Gomez, Ozuna &amp; Cardi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Baila Baila Baila - Ozuna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China - Anuel AA, Daddy Yankee, Karol G, Ozuna &amp; J Balvin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La Canción - J Balvin &amp; Bad Bunny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Chantaje - Shakira &amp; Maluma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El Perdón - Nicky Jam &amp; Enrique Iglesias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Subeme La Radio - Enrique Iglesias ft. Descemer Bueno &amp; Zion &amp; Lennox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Corazón - Maluma ft. Nego do Borel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Me Rehúso - Danny Ocean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Felices los 4 - Maluma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X - Nicky Jam &amp; J Balvin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Criminal - Natti Natasha &amp; Ozuna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Safaera - Bad Bunny, Jowell &amp; Randy, Ñengo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40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Con Altura - Rosalía &amp; J Balvin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Yo Perreo Sola - Bad Bunny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Calma - Pedro Capó &amp; Farruko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Duele el Corazón - Enrique Iglesias ft. Wisin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Safaera - Bad Bunny, Jowell &amp; Randy, Ñengo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Baila Baila Baila - Ozuna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Échame la Culpa - Luis Fonsi &amp; Demi Lovato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Criminal - Natti Natasha &amp; Ozuna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Me Rehúso - Danny Ocean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El Perdón - Nicky Jam &amp; Enrique Iglesias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Sobrio - Maluma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Subeme La Radio - Enrique Iglesias ft. Descemer Bueno &amp; Zion &amp; Lennox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Chantaje - Shakira &amp; Maluma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Hawái - Maluma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X - Nicky Jam &amp; J Balvin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Felices los 4 - Maluma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China - Anuel AA, Daddy Yankee, Karol G, Ozuna &amp; J Balvin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Corazón - Maluma ft. Nego do Borel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Ella Quiere Beber - Anuel AA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Mi Gente - J Balvin &amp; Willy William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40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Safaera - Bad Bunny, Jowell &amp; Randy, Ñengo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Calma - Pedro Capó &amp; Farruko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Chantaje - Shakira &amp; Maluma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 Canción - J Balvin &amp; Bad Bunny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Felices los 4 - Maluma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Subeme La Radio - Enrique Iglesias ft. Descemer Bueno &amp; Zion &amp; Lennox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Con Altura - Rosalía &amp; J Balvin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Baila Baila Baila - Ozuna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Corazón - Maluma ft. Nego do Borel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Me Rehúso - Danny Ocean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Échame la Culpa - Luis Fonsi &amp; Demi Lovato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El Perdón - Nicky Jam &amp; Enrique Iglesias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Duele el Corazón - Enrique Iglesias ft. Wisin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Hawái - Maluma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Yo Perreo Sola - Bad Bunny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Criminal - Natti Natasha &amp; Ozuna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Sobrio - Maluma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China - Anuel AA, Daddy Yankee, Karol G, Ozuna &amp; J Balvin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Taki Taki - DJ Snake, Selena Gomez, Ozuna &amp; Cardi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Dákiti - Bad Bunny &amp; Jhay Cortez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40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Échame la Culpa - Luis Fonsi &amp; Demi Lovato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Safaera - Bad Bunny, Jowell &amp; Randy, Ñengo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Mi Gente - J Balvin &amp; Willy William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X - Nicky Jam &amp; J Balvin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Secreto - Anuel AA &amp; Karol 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Tusa - Karol G &amp; Nicki Minaj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China - Anuel AA, Daddy Yankee, Karol G, Ozuna &amp; J Balvin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Yo Perreo Sola - Bad Bunny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Taki Taki - DJ Snake, Selena Gomez, Ozuna &amp; Cardi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La Canción - J Balvin &amp; Bad Bunny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Me Rehúso - Danny Ocean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Criminal - Natti Natasha &amp; Ozuna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Calma - Pedro Capó &amp; Farruko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Duele el Corazón - Enrique Iglesias ft. Wisin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Con Altura - Rosalía &amp; J Balvin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Sobrio - Maluma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Ella Quiere Beber - Anuel AA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Chantaje - Shakira &amp; Maluma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Dákiti - Bad Bunny &amp; Jhay Cortez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Felices los 4 - Maluma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40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Baila Baila Baila - Ozuna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Sobrio - Maluma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X - Nicky Jam &amp; J Balvin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El Perdón - Nicky Jam &amp; Enrique Iglesias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Échame la Culpa - Luis Fonsi &amp; Demi Lovato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China - Anuel AA, Daddy Yankee, Karol G, Ozuna &amp; J Balvin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Calma - Pedro Capó &amp; Farruko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Corazón - Maluma ft. Nego do Borel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Felices los 4 - Maluma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Me Rehúso - Danny Ocean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Dákiti - Bad Bunny &amp; Jhay Cortez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Yo Perreo Sola - Bad Bunny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Hawái - Maluma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Secreto - Anuel AA &amp; Karol 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Mi Gente - J Balvin &amp; Willy William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Safaera - Bad Bunny, Jowell &amp; Randy, Ñengo 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Ella Quiere Beber - Anuel AA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Con Altura - Rosalía &amp; J Balvin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Duele el Corazón - Enrique Iglesias ft. Wisin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Subeme La Radio - Enrique Iglesias ft. Descemer Bueno &amp; Zion &amp; Lennox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40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Duele el Corazón - Enrique Iglesias ft. Wisin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Échame la Culpa - Luis Fonsi &amp; Demi Lovato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El Perdón - Nicky Jam &amp; Enrique Iglesias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Sobrio - Maluma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Corazón - Maluma ft. Nego do Borel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China - Anuel AA, Daddy Yankee, Karol G, Ozuna &amp; J Balvin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Hawái - Maluma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Taki Taki - DJ Snake, Selena Gomez, Ozuna &amp; Cardi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Baila Baila Baila - Ozuna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Dákiti - Bad Bunny &amp; Jhay Cortez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Tusa - Karol G &amp; Nicki Minaj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Safaera - Bad Bunny, Jowell &amp; Randy, Ñengo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Felices los 4 - Maluma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Yo Perreo Sola - Bad Bunny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Secreto - Anuel AA &amp; Karol 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Criminal - Natti Natasha &amp; Ozuna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Me Rehúso - Danny Ocean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Calma - Pedro Capó &amp; Farruko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Con Altura - Rosalía &amp; J Balvin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Chantaje - Shakira &amp; Maluma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40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Canción - J Balvin &amp; Bad Bunny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Chantaje - Shakira &amp; Maluma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Safaera - Bad Bunny, Jowell &amp; Randy, Ñengo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Ella Quiere Beber - Anuel 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Yo Perreo Sola - Bad Bunny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Duele el Corazón - Enrique Iglesias ft. Wisin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X - Nicky Jam &amp; J Balvin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Baila Baila Baila - Ozuna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Sobrio - Maluma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Dákiti - Bad Bunny &amp; Jhay Cortez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Subeme La Radio - Enrique Iglesias ft. Descemer Bueno &amp; Zion &amp; Lennox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Mi Gente - J Balvin &amp; Willy William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Calma - Pedro Capó &amp; Farruko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Hawái - Maluma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Tusa - Karol G &amp; Nicki Minaj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Con Altura - Rosalía &amp; J Balvin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El Perdón - Nicky Jam &amp; Enrique Iglesias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Corazón - Maluma ft. Nego do Borel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Secreto - Anuel AA &amp; Karol 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China - Anuel AA, Daddy Yankee, Karol G, Ozuna &amp; J Balvin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40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Sobrio - Maluma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Échame la Culpa - Luis Fonsi &amp; Demi Lovato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X - Nicky Jam &amp; J Balvin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Subeme La Radio - Enrique Iglesias ft. Descemer Bueno &amp; Zion &amp; Lennox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Yo Perreo Sola - Bad Bunny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Secreto - Anuel AA &amp; Karol 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Baila Baila Baila - Ozuna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Corazón - Maluma ft. Nego do Borel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Safaera - Bad Bunny, Jowell &amp; Randy, Ñengo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China - Anuel AA, Daddy Yankee, Karol G, Ozuna &amp; J Balvin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El Perdón - Nicky Jam &amp; Enrique Iglesias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Calma - Pedro Capó &amp; Farruko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Canción - J Balvin &amp; Bad Bunny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Taki Taki - DJ Snake, Selena Gomez, Ozuna &amp; Cardi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Felices los 4 - Maluma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Criminal - Natti Natasha &amp; Ozuna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Ella Quiere Beber - Anuel AA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Mi Gente - J Balvin &amp; Willy William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Hawái - Maluma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Chantaje - Shakira &amp; Maluma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40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Yo Perreo Sola - Bad Bunny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Corazón - Maluma ft. Nego do Borel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China - Anuel AA, Daddy Yankee, Karol G, Ozuna &amp; J Balvin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Me Rehúso - Danny Ocean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Duele el Corazón - Enrique Iglesias ft. Wisin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Baila Baila Baila - Ozuna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Sobrio - Maluma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Taki Taki - DJ Snake, Selena Gomez, Ozuna &amp; Cardi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Ella Quiere Beber - Anuel AA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Tusa - Karol G &amp; Nicki Minaj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Con Altura - Rosalía &amp; J Balvin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Secreto - Anuel AA &amp; Karol 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Dákiti - Bad Bunny &amp; Jhay Cortez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La Canción - J Balvin &amp; Bad Bunny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Mi Gente - J Balvin &amp; Willy William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Felices los 4 - Maluma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X - Nicky Jam &amp; J Balvin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Safaera - Bad Bunny, Jowell &amp; Randy, Ñengo 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Criminal - Natti Natasha &amp; Ozuna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Hawái - Maluma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40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Yo Perreo Sola - Bad Bunny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La Canción - J Balvin &amp; Bad Bunny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Échame la Culpa - Luis Fonsi &amp; Demi Lovato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Safaera - Bad Bunny, Jowell &amp; Randy, Ñengo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Mi Gente - J Balvin &amp; Willy William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Sobrio - Maluma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Taki Taki - DJ Snake, Selena Gomez, Ozuna &amp; Cardi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Criminal - Natti Natasha &amp; Ozuna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X - Nicky Jam &amp; J Balvin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Baila Baila Baila - Ozuna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Corazón - Maluma ft. Nego do Borel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Con Altura - Rosalía &amp; J Balvin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China - Anuel AA, Daddy Yankee, Karol G, Ozuna &amp; J Balvin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Dákiti - Bad Bunny &amp; Jhay Cortez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Secreto - Anuel AA &amp; Karol 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Subeme La Radio - Enrique Iglesias ft. Descemer Bueno &amp; Zion &amp; Lennox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Chantaje - Shakira &amp; Maluma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Duele el Corazón - Enrique Iglesias ft. Wisin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Calma - Pedro Capó &amp; Farruko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El Perdón - Nicky Jam &amp; Enrique Iglesias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40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Ella Quiere Beber - Anuel 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China - Anuel AA, Daddy Yankee, Karol G, Ozuna &amp; J Balvin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Subeme La Radio - Enrique Iglesias ft. Descemer Bueno &amp; Zion &amp; Lennox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Safaera - Bad Bunny, Jowell &amp; Randy, Ñengo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Me Rehúso - Danny Ocean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X - Nicky Jam &amp; J Balvin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Con Altura - Rosalía &amp; J Balvin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Felices los 4 - Maluma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Baila Baila Baila - Ozuna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Secreto - Anuel AA &amp; Karol 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Duele el Corazón - Enrique Iglesias ft. Wisin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Corazón - Maluma ft. Nego do Borel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Criminal - Natti Natasha &amp; Ozuna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Tusa - Karol G &amp; Nicki Minaj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Échame la Culpa - Luis Fonsi &amp; Demi Lovato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Hawái - Maluma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Dákiti - Bad Bunny &amp; Jhay Cortez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Chantaje - Shakira &amp; Maluma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El Perdón - Nicky Jam &amp; Enrique Iglesias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Taki Taki - DJ Snake, Selena Gomez, Ozuna &amp; Cardi 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40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Con Altura - Rosalía &amp; J Balvin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Tusa - Karol G &amp; Nicki Minaj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Yo Perreo Sola - Bad Bunny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Secreto - Anuel AA &amp; Karol 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Hawái - Maluma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Sobrio - Maluma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La Canción - J Balvin &amp; Bad Bunny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Échame la Culpa - Luis Fonsi &amp; Demi Lovato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Chantaje - Shakira &amp; Maluma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Me Rehúso - Danny Ocean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Dákiti - Bad Bunny &amp; Jhay Cortez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China - Anuel AA, Daddy Yankee, Karol G, Ozuna &amp; J Balvin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Corazón - Maluma ft. Nego do Borel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Calma - Pedro Capó &amp; Farruko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Felices los 4 - Maluma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El Perdón - Nicky Jam &amp; Enrique Iglesias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Safaera - Bad Bunny, Jowell &amp; Randy, Ñengo 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Duele el Corazón - Enrique Iglesias ft. Wisin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X - Nicky Jam &amp; J Balvin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Subeme La Radio - Enrique Iglesias ft. Descemer Bueno &amp; Zion &amp; Lennox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40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Canción - J Balvin &amp; Bad Bunny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Safaera - Bad Bunny, Jowell &amp; Randy, Ñengo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Baila Baila Baila - Ozuna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Calma - Pedro Capó &amp; Farruko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Subeme La Radio - Enrique Iglesias ft. Descemer Bueno &amp; Zion &amp; Lennox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Mi Gente - J Balvin &amp; Willy William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Ella Quiere Beber - Anuel 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Me Rehúso - Danny Ocean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Felices los 4 - Maluma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China - Anuel AA, Daddy Yankee, Karol G, Ozuna &amp; J Balvin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Yo Perreo Sola - Bad Bunny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Hawái - Maluma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Secreto - Anuel AA &amp; Karol 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Criminal - Natti Natasha &amp; Ozuna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Échame la Culpa - Luis Fonsi &amp; Demi Lovato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Dákiti - Bad Bunny &amp; Jhay Cortez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Corazón - Maluma ft. Nego do Borel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Taki Taki - DJ Snake, Selena Gomez, Ozuna &amp; Cardi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X - Nicky Jam &amp; J Balvin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Duele el Corazón - Enrique Iglesias ft. Wisin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40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Chantaje - Shakira &amp; Maluma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Me Rehúso - Danny Ocean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Baila Baila Baila - Ozuna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Hawái - Maluma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Ella Quiere Beber - Anuel AA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Felices los 4 - Maluma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Secreto - Anuel AA &amp; Karol 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Dákiti - Bad Bunny &amp; Jhay Cortez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X - Nicky Jam &amp; J Balvin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Tusa - Karol G &amp; Nicki Minaj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Corazón - Maluma ft. Nego do Borel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Subeme La Radio - Enrique Iglesias ft. Descemer Bueno &amp; Zion &amp; Lennox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Yo Perreo Sola - Bad Bunny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El Perdón - Nicky Jam &amp; Enrique Iglesias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Con Altura - Rosalía &amp; J Balvin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Échame la Culpa - Luis Fonsi &amp; Demi Lovato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Taki Taki - DJ Snake, Selena Gomez, Ozuna &amp; Cardi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Duele el Corazón - Enrique Iglesias ft. Wisin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La Canción - J Balvin &amp; Bad Bunny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Sobrio - Maluma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40 · 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Yo Perreo Sola - Bad Bunny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Taki Taki - DJ Snake, Selena Gomez, Ozuna &amp; Cardi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Corazón - Maluma ft. Nego do Borel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Sobrio - Maluma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La Canción - J Balvin &amp; Bad Bunny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Ella Quiere Beber - Anuel AA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Tusa - Karol G &amp; Nicki Minaj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Échame la Culpa - Luis Fonsi &amp; Demi Lovato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Hawái - Maluma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Dákiti - Bad Bunny &amp; Jhay Cortez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Subeme La Radio - Enrique Iglesias ft. Descemer Bueno &amp; Zion &amp; Lennox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Secreto - Anuel AA &amp; Karol 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Calma - Pedro Capó &amp; Farruko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Felices los 4 - Maluma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Baila Baila Baila - Ozuna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Duele el Corazón - Enrique Iglesias ft. Wisin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China - Anuel AA, Daddy Yankee, Karol G, Ozuna &amp; J Balvin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Con Altura - Rosalía &amp; J Balvin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Me Rehúso - Danny Ocean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Criminal - Natti Natasha &amp; Ozuna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16 de 40 · 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Sobrio - Maluma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Corazón - Maluma ft. Nego do Borel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La Canción - J Balvin &amp; Bad Bunny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X - Nicky Jam &amp; J Balvin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Chantaje - Shakira &amp; Maluma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Taki Taki - DJ Snake, Selena Gomez, Ozuna &amp; Cardi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Felices los 4 - Maluma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Safaera - Bad Bunny, Jowell &amp; Randy, Ñengo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China - Anuel AA, Daddy Yankee, Karol G, Ozuna &amp; J Balvin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El Perdón - Nicky Jam &amp; Enrique Iglesias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Yo Perreo Sola - Bad Bunny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Échame la Culpa - Luis Fonsi &amp; Demi Lovato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Criminal - Natti Natasha &amp; Ozuna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Subeme La Radio - Enrique Iglesias ft. Descemer Bueno &amp; Zion &amp; Lennox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Duele el Corazón - Enrique Iglesias ft. Wisin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Me Rehúso - Danny Ocean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Mi Gente - J Balvin &amp; Willy William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Ella Quiere Beber - Anuel AA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Dákiti - Bad Bunny &amp; Jhay Cortez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Baila Baila Baila - Ozuna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17 de 40 · 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Chantaje - Shakira &amp; Maluma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Hawái - Maluma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Calma - Pedro Capó &amp; Farruko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Criminal - Natti Natasha &amp; Ozuna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Mi Gente - J Balvin &amp; Willy William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Sobrio - Maluma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Ella Quiere Beber - Anuel 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Me Rehúso - Danny Ocean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Dákiti - Bad Bunny &amp; Jhay Cortez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Yo Perreo Sola - Bad Bunny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Corazón - Maluma ft. Nego do Borel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X - Nicky Jam &amp; J Balvin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El Perdón - Nicky Jam &amp; Enrique Iglesias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Duele el Corazón - Enrique Iglesias ft. Wisin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Felices los 4 - Maluma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La Canción - J Balvin &amp; Bad Bunny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Tusa - Karol G &amp; Nicki Minaj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Safaera - Bad Bunny, Jowell &amp; Randy, Ñengo 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Subeme La Radio - Enrique Iglesias ft. Descemer Bueno &amp; Zion &amp; Lennox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Taki Taki - DJ Snake, Selena Gomez, Ozuna &amp; Cardi 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18 de 40 · 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Yo Perreo Sola - Bad Bunny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Subeme La Radio - Enrique Iglesias ft. Descemer Bueno &amp; Zion &amp; Lennox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La Canción - J Balvin &amp; Bad Bunny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Criminal - Natti Natasha &amp; Ozuna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China - Anuel AA, Daddy Yankee, Karol G, Ozuna &amp; J Balvin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Safaera - Bad Bunny, Jowell &amp; Randy, Ñengo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Calma - Pedro Capó &amp; Farruko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Baila Baila Baila - Ozuna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Corazón - Maluma ft. Nego do Borel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Duele el Corazón - Enrique Iglesias ft. Wisin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X - Nicky Jam &amp; J Balvin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El Perdón - Nicky Jam &amp; Enrique Iglesias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Tusa - Karol G &amp; Nicki Minaj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Me Rehúso - Danny Ocean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Sobrio - Maluma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Taki Taki - DJ Snake, Selena Gomez, Ozuna &amp; Cardi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Felices los 4 - Maluma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Dákiti - Bad Bunny &amp; Jhay Cortez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Con Altura - Rosalía &amp; J Balvin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Hawái - Maluma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19 de 40 · 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Hawái - Maluma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Criminal - Natti Natasha &amp; Ozuna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China - Anuel AA, Daddy Yankee, Karol G, Ozuna &amp; J Balvin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Me Rehúso - Danny Ocean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Chantaje - Shakira &amp; Maluma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Secreto - Anuel AA &amp; Karol 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Ella Quiere Beber - Anuel 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Mi Gente - J Balvin &amp; Willy William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Yo Perreo Sola - Bad Bunny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Calma - Pedro Capó &amp; Farruko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X - Nicky Jam &amp; J Balvin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Felices los 4 - Maluma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Corazón - Maluma ft. Nego do Borel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Duele el Corazón - Enrique Iglesias ft. Wisin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Sobrio - Maluma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Safaera - Bad Bunny, Jowell &amp; Randy, Ñengo 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Dákiti - Bad Bunny &amp; Jhay Cortez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Échame la Culpa - Luis Fonsi &amp; Demi Lovato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Subeme La Radio - Enrique Iglesias ft. Descemer Bueno &amp; Zion &amp; Lennox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Baila Baila Baila - Ozuna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20 de 40 · 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Ella Quiere Beber - Anuel 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Criminal - Natti Natasha &amp; Ozuna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Taki Taki - DJ Snake, Selena Gomez, Ozuna &amp; Cardi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Dákiti - Bad Bunny &amp; Jhay Cortez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Tusa - Karol G &amp; Nicki Minaj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Duele el Corazón - Enrique Iglesias ft. Wisin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La Canción - J Balvin &amp; Bad Bunny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Chantaje - Shakira &amp; Maluma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Corazón - Maluma ft. Nego do Borel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X - Nicky Jam &amp; J Balvin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Yo Perreo Sola - Bad Bunny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Felices los 4 - Maluma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Con Altura - Rosalía &amp; J Balvin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Me Rehúso - Danny Ocean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China - Anuel AA, Daddy Yankee, Karol G, Ozuna &amp; J Balvin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Sobrio - Maluma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Calma - Pedro Capó &amp; Farruko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Baila Baila Baila - Ozuna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Mi Gente - J Balvin &amp; Willy William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Échame la Culpa - Luis Fonsi &amp; Demi Lovato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21 de 40 · 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Criminal - Natti Natasha &amp; Ozuna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Baila Baila Baila - Ozuna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China - Anuel AA, Daddy Yankee, Karol G, Ozuna &amp; J Balvin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Yo Perreo Sola - Bad Bunny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La Canción - J Balvin &amp; Bad Bunny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Calma - Pedro Capó &amp; Farruko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Me Rehúso - Danny Ocean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Safaera - Bad Bunny, Jowell &amp; Randy, Ñengo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Ella Quiere Beber - Anuel AA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Chantaje - Shakira &amp; Maluma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Corazón - Maluma ft. Nego do Borel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Échame la Culpa - Luis Fonsi &amp; Demi Lovato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Subeme La Radio - Enrique Iglesias ft. Descemer Bueno &amp; Zion &amp; Lennox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Sobrio - Maluma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Hawái - Maluma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Taki Taki - DJ Snake, Selena Gomez, Ozuna &amp; Cardi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Duele el Corazón - Enrique Iglesias ft. Wisin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Tusa - Karol G &amp; Nicki Minaj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Secreto - Anuel AA &amp; Karol 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Mi Gente - J Balvin &amp; Willy William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22 de 40 · 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Felices los 4 - Maluma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Safaera - Bad Bunny, Jowell &amp; Randy, Ñengo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Ella Quiere Beber - Anuel 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Con Altura - Rosalía &amp; J Balvin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Chantaje - Shakira &amp; Maluma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Échame la Culpa - Luis Fonsi &amp; Demi Lovato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Dákiti - Bad Bunny &amp; Jhay Cortez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Taki Taki - DJ Snake, Selena Gomez, Ozuna &amp; Cardi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Tusa - Karol G &amp; Nicki Minaj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Subeme La Radio - Enrique Iglesias ft. Descemer Bueno &amp; Zion &amp; Lennox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Calma - Pedro Capó &amp; Farruko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El Perdón - Nicky Jam &amp; Enrique Iglesias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Canción - J Balvin &amp; Bad Bunny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Sobrio - Maluma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China - Anuel AA, Daddy Yankee, Karol G, Ozuna &amp; J Balvin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Criminal - Natti Natasha &amp; Ozuna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Corazón - Maluma ft. Nego do Borel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Hawái - Maluma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Me Rehúso - Danny Ocean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Baila Baila Baila - Ozuna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23 de 40 · 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Sobrio - Maluma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Baila Baila Baila - Ozuna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X - Nicky Jam &amp; J Balvin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Me Rehúso - Danny Ocean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Felices los 4 - Maluma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Yo Perreo Sola - Bad Bunny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Criminal - Natti Natasha &amp; Ozuna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Tusa - Karol G &amp; Nicki Minaj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Ella Quiere Beber - Anuel AA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El Perdón - Nicky Jam &amp; Enrique Iglesias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La Canción - J Balvin &amp; Bad Bunny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Mi Gente - J Balvin &amp; Willy William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Safaera - Bad Bunny, Jowell &amp; Randy, Ñengo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Corazón - Maluma ft. Nego do Borel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Calma - Pedro Capó &amp; Farruko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Chantaje - Shakira &amp; Maluma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Taki Taki - DJ Snake, Selena Gomez, Ozuna &amp; Cardi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Secreto - Anuel AA &amp; Karol 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Duele el Corazón - Enrique Iglesias ft. Wisin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Subeme La Radio - Enrique Iglesias ft. Descemer Bueno &amp; Zion &amp; Lennox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24 de 40 · 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China - Anuel AA, Daddy Yankee, Karol G, Ozuna &amp; J Balvin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Calma - Pedro Capó &amp; Farruko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Sobrio - Maluma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Chantaje - Shakira &amp; Maluma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Safaera - Bad Bunny, Jowell &amp; Randy, Ñengo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Baila Baila Baila - Ozuna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Taki Taki - DJ Snake, Selena Gomez, Ozuna &amp; Cardi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Mi Gente - J Balvin &amp; Willy William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La Canción - J Balvin &amp; Bad Bunny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Ella Quiere Beber - Anuel AA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Yo Perreo Sola - Bad Bunny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Corazón - Maluma ft. Nego do Borel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Felices los 4 - Maluma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Dákiti - Bad Bunny &amp; Jhay Cortez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Secreto - Anuel AA &amp; Karol 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X - Nicky Jam &amp; J Balvin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Échame la Culpa - Luis Fonsi &amp; Demi Lovato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Duele el Corazón - Enrique Iglesias ft. Wisin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Tusa - Karol G &amp; Nicki Minaj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Criminal - Natti Natasha &amp; Ozuna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25 de 40 · 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Subeme La Radio - Enrique Iglesias ft. Descemer Bueno &amp; Zion &amp; Lennox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Mi Gente - J Balvin &amp; Willy William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Safaera - Bad Bunny, Jowell &amp; Randy, Ñengo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Échame la Culpa - Luis Fonsi &amp; Demi Lovato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Baila Baila Baila - Ozuna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China - Anuel AA, Daddy Yankee, Karol G, Ozuna &amp; J Balvin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X - Nicky Jam &amp; J Balvin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Duele el Corazón - Enrique Iglesias ft. Wisin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Me Rehúso - Danny Ocean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Secreto - Anuel AA &amp; Karol 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Ella Quiere Beber - Anuel 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Con Altura - Rosalía &amp; J Balvin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Canción - J Balvin &amp; Bad Bunny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Sobrio - Maluma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Hawái - Maluma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Dákiti - Bad Bunny &amp; Jhay Cortez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Criminal - Natti Natasha &amp; Ozuna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Tusa - Karol G &amp; Nicki Minaj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Corazón - Maluma ft. Nego do Borel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Chantaje - Shakira &amp; Maluma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26 de 40 · 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Corazón - Maluma ft. Nego do Borel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Safaera - Bad Bunny, Jowell &amp; Randy, Ñengo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China - Anuel AA, Daddy Yankee, Karol G, Ozuna &amp; J Balvin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Mi Gente - J Balvin &amp; Willy William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X - Nicky Jam &amp; J Balvin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Secreto - Anuel AA &amp; Karol 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Dákiti - Bad Bunny &amp; Jhay Cortez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Hawái - Maluma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Criminal - Natti Natasha &amp; Ozuna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Sobrio - Maluma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Ella Quiere Beber - Anuel 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La Canción - J Balvin &amp; Bad Bunny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Felices los 4 - Maluma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Con Altura - Rosalía &amp; J Balvin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Baila Baila Baila - Ozuna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El Perdón - Nicky Jam &amp; Enrique Iglesias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Me Rehúso - Danny Ocean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Taki Taki - DJ Snake, Selena Gomez, Ozuna &amp; Cardi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Subeme La Radio - Enrique Iglesias ft. Descemer Bueno &amp; Zion &amp; Lennox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Calma - Pedro Capó &amp; Farruko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27 de 40 · 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Ella Quiere Beber - Anuel 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La Canción - J Balvin &amp; Bad Bunny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Mi Gente - J Balvin &amp; Willy William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Sobrio - Maluma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Calma - Pedro Capó &amp; Farruko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El Perdón - Nicky Jam &amp; Enrique Iglesias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X - Nicky Jam &amp; J Balvin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Secreto - Anuel AA &amp; Karol 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Hawái - Maluma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Baila Baila Baila - Ozuna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Duele el Corazón - Enrique Iglesias ft. Wisin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Criminal - Natti Natasha &amp; Ozuna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Taki Taki - DJ Snake, Selena Gomez, Ozuna &amp; Cardi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Chantaje - Shakira &amp; Maluma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Felices los 4 - Maluma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Me Rehúso - Danny Ocean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Dákiti - Bad Bunny &amp; Jhay Cortez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Yo Perreo Sola - Bad Bunny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Safaera - Bad Bunny, Jowell &amp; Randy, Ñengo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China - Anuel AA, Daddy Yankee, Karol G, Ozuna &amp; J Balvin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28 de 40 · 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Mi Gente - J Balvin &amp; Willy William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Con Altura - Rosalía &amp; J Balvin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China - Anuel AA, Daddy Yankee, Karol G, Ozuna &amp; J Balvin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Secreto - Anuel AA &amp; Karol 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Taki Taki - DJ Snake, Selena Gomez, Ozuna &amp; Cardi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Ella Quiere Beber - Anuel AA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Felices los 4 - Maluma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Tusa - Karol G &amp; Nicki Minaj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El Perdón - Nicky Jam &amp; Enrique Iglesias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Safaera - Bad Bunny, Jowell &amp; Randy, Ñengo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Duele el Corazón - Enrique Iglesias ft. Wisin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X - Nicky Jam &amp; J Balvin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Sobrio - Maluma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Subeme La Radio - Enrique Iglesias ft. Descemer Bueno &amp; Zion &amp; Lennox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Me Rehúso - Danny Ocean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Hawái - Maluma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Criminal - Natti Natasha &amp; Ozuna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Chantaje - Shakira &amp; Maluma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Dákiti - Bad Bunny &amp; Jhay Cortez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Échame la Culpa - Luis Fonsi &amp; Demi Lovato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29 de 40 · 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30/40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Calma - Pedro Capó &amp; Farruko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Secreto - Anuel AA &amp; Karol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Hawái - Maluma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Duele el Corazón - Enrique Iglesias ft. Wisin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Felices los 4 - Maluma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La Canción - J Balvin &amp; Bad Bunny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Safaera - Bad Bunny, Jowell &amp; Randy, Ñengo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X - Nicky Jam &amp; J Balvin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Criminal - Natti Natasha &amp; Ozuna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Corazón - Maluma ft. Nego do Borel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Tusa - Karol G &amp; Nicki Minaj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Baila Baila Baila - Ozuna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Sobrio - Maluma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Me Rehúso - Danny Ocean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Ella Quiere Beber - Anuel AA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Con Altura - Rosalía &amp; J Balvin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China - Anuel AA, Daddy Yankee, Karol G, Ozuna &amp; J Balvin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Yo Perreo Sola - Bad Bunny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Taki Taki - DJ Snake, Selena Gomez, Ozuna &amp; Cardi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Mi Gente - J Balvin &amp; Willy William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30 de 40 · 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31/40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Ella Quiere Beber - Anuel 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Dákiti - Bad Bunny &amp; Jhay Cortez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Criminal - Natti Natasha &amp; Ozuna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Duele el Corazón - Enrique Iglesias ft. Wisin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Baila Baila Baila - Ozuna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El Perdón - Nicky Jam &amp; Enrique Iglesias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Yo Perreo Sola - Bad Bunny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Felices los 4 - Maluma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Subeme La Radio - Enrique Iglesias ft. Descemer Bueno &amp; Zion &amp; Lennox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Taki Taki - DJ Snake, Selena Gomez, Ozuna &amp; Cardi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Sobrio - Maluma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Calma - Pedro Capó &amp; Farruko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Tusa - Karol G &amp; Nicki Minaj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Hawái - Maluma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Corazón - Maluma ft. Nego do Borel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China - Anuel AA, Daddy Yankee, Karol G, Ozuna &amp; J Balvin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La Canción - J Balvin &amp; Bad Bunny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Mi Gente - J Balvin &amp; Willy William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X - Nicky Jam &amp; J Balvin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Safaera - Bad Bunny, Jowell &amp; Randy, Ñengo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31 de 40 · 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32/40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Échame la Culpa - Luis Fonsi &amp; Demi Lovato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Taki Taki - DJ Snake, Selena Gomez, Ozuna &amp; Cardi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China - Anuel AA, Daddy Yankee, Karol G, Ozuna &amp; J Balvin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Secreto - Anuel AA &amp; Karol 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Felices los 4 - Maluma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Calma - Pedro Capó &amp; Farruko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Tusa - Karol G &amp; Nicki Minaj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El Perdón - Nicky Jam &amp; Enrique Iglesias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Safaera - Bad Bunny, Jowell &amp; Randy, Ñengo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X - Nicky Jam &amp; J Balvin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La Canción - J Balvin &amp; Bad Bunny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Sobrio - Maluma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Baila Baila Baila - Ozuna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Corazón - Maluma ft. Nego do Borel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Me Rehúso - Danny Ocean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Con Altura - Rosalía &amp; J Balvin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Ella Quiere Beber - Anuel AA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Subeme La Radio - Enrique Iglesias ft. Descemer Bueno &amp; Zion &amp; Lennox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Duele el Corazón - Enrique Iglesias ft. Wisin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Dákiti - Bad Bunny &amp; Jhay Cortez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32 de 40 · 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33/40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Canción - J Balvin &amp; Bad Bunny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Chantaje - Shakira &amp; Maluma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Safaera - Bad Bunny, Jowell &amp; Randy, Ñengo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Échame la Culpa - Luis Fonsi &amp; Demi Lovato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Ella Quiere Beber - Anuel AA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Calma - Pedro Capó &amp; Farruko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Con Altura - Rosalía &amp; J Balvin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Hawái - Maluma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Duele el Corazón - Enrique Iglesias ft. Wisin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Me Rehúso - Danny Ocean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Criminal - Natti Natasha &amp; Ozuna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Taki Taki - DJ Snake, Selena Gomez, Ozuna &amp; Cardi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Subeme La Radio - Enrique Iglesias ft. Descemer Bueno &amp; Zion &amp; Lennox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Sobrio - Maluma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X - Nicky Jam &amp; J Balvin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Yo Perreo Sola - Bad Bunny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El Perdón - Nicky Jam &amp; Enrique Iglesias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China - Anuel AA, Daddy Yankee, Karol G, Ozuna &amp; J Balvin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Corazón - Maluma ft. Nego do Borel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Baila Baila Baila - Ozuna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33 de 40 · 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34/40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Secreto - Anuel AA &amp; Karol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X - Nicky Jam &amp; J Balvin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Criminal - Natti Natasha &amp; Ozuna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Échame la Culpa - Luis Fonsi &amp; Demi Lovato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Me Rehúso - Danny Ocean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El Perdón - Nicky Jam &amp; Enrique Iglesias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Dákiti - Bad Bunny &amp; Jhay Cortez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Calma - Pedro Capó &amp; Farruko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Baila Baila Baila - Ozuna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Mi Gente - J Balvin &amp; Willy William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Chantaje - Shakira &amp; Maluma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China - Anuel AA, Daddy Yankee, Karol G, Ozuna &amp; J Balvin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Taki Taki - DJ Snake, Selena Gomez, Ozuna &amp; Cardi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Yo Perreo Sola - Bad Bunny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Safaera - Bad Bunny, Jowell &amp; Randy, Ñengo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Con Altura - Rosalía &amp; J Balvin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Sobrio - Maluma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Subeme La Radio - Enrique Iglesias ft. Descemer Bueno &amp; Zion &amp; Lennox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Felices los 4 - Maluma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Hawái - Maluma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34 de 40 · 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35/40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Me Rehúso - Danny Ocean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Duele el Corazón - Enrique Iglesias ft. Wisin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Hawái - Maluma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Chantaje - Shakira &amp; Maluma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Felices los 4 - Maluma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Échame la Culpa - Luis Fonsi &amp; Demi Lovato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Corazón - Maluma ft. Nego do Borel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X - Nicky Jam &amp; J Balvin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Subeme La Radio - Enrique Iglesias ft. Descemer Bueno &amp; Zion &amp; Lennox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Sobrio - Maluma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Calma - Pedro Capó &amp; Farruko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Tusa - Karol G &amp; Nicki Minaj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China - Anuel AA, Daddy Yankee, Karol G, Ozuna &amp; J Balvin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Secreto - Anuel AA &amp; Karol 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Dákiti - Bad Bunny &amp; Jhay Cortez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Yo Perreo Sola - Bad Bunny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Mi Gente - J Balvin &amp; Willy William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El Perdón - Nicky Jam &amp; Enrique Iglesias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Baila Baila Baila - Ozuna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Safaera - Bad Bunny, Jowell &amp; Randy, Ñengo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35 de 40 · 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36/40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Criminal - Natti Natasha &amp; Ozuna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Hawái - Maluma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Dákiti - Bad Bunny &amp; Jhay Cortez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Tusa - Karol G &amp; Nicki Minaj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Safaera - Bad Bunny, Jowell &amp; Randy, Ñengo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China - Anuel AA, Daddy Yankee, Karol G, Ozuna &amp; J Balvin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Mi Gente - J Balvin &amp; Willy William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Me Rehúso - Danny Ocean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Duele el Corazón - Enrique Iglesias ft. Wisin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Sobrio - Maluma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Subeme La Radio - Enrique Iglesias ft. Descemer Bueno &amp; Zion &amp; Lennox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El Perdón - Nicky Jam &amp; Enrique Iglesias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Canción - J Balvin &amp; Bad Bunny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X - Nicky Jam &amp; J Balvin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Calma - Pedro Capó &amp; Farruko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Ella Quiere Beber - Anuel AA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Felices los 4 - Maluma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Taki Taki - DJ Snake, Selena Gomez, Ozuna &amp; Cardi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Corazón - Maluma ft. Nego do Borel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Yo Perreo Sola - Bad Bunny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36 de 40 · 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37/40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Canción - J Balvin &amp; Bad Bunny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El Perdón - Nicky Jam &amp; Enrique Iglesias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Corazón - Maluma ft. Nego do Borel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Échame la Culpa - Luis Fonsi &amp; Demi Lovato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China - Anuel AA, Daddy Yankee, Karol G, Ozuna &amp; J Balvin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Me Rehúso - Danny Ocean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Ella Quiere Beber - Anuel 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Felices los 4 - Maluma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Baila Baila Baila - Ozuna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Safaera - Bad Bunny, Jowell &amp; Randy, Ñengo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Criminal - Natti Natasha &amp; Ozuna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Yo Perreo Sola - Bad Bunny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X - Nicky Jam &amp; J Balvin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Subeme La Radio - Enrique Iglesias ft. Descemer Bueno &amp; Zion &amp; Lennox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Tusa - Karol G &amp; Nicki Minaj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Sobrio - Maluma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Calma - Pedro Capó &amp; Farruko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Duele el Corazón - Enrique Iglesias ft. Wisin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Chantaje - Shakira &amp; Maluma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Taki Taki - DJ Snake, Selena Gomez, Ozuna &amp; Cardi 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37 de 40 · 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38/40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Corazón - Maluma ft. Nego do Borel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Secreto - Anuel AA &amp; Karol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Me Rehúso - Danny Ocean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Safaera - Bad Bunny, Jowell &amp; Randy, Ñengo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Calma - Pedro Capó &amp; Farruko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Felices los 4 - Maluma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Hawái - Maluma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Duele el Corazón - Enrique Iglesias ft. Wisin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Chantaje - Shakira &amp; Maluma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Criminal - Natti Natasha &amp; Ozuna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Échame la Culpa - Luis Fonsi &amp; Demi Lovato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Yo Perreo Sola - Bad Bunny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Baila Baila Baila - Ozuna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Con Altura - Rosalía &amp; J Balvin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China - Anuel AA, Daddy Yankee, Karol G, Ozuna &amp; J Balvin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Sobrio - Maluma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Dákiti - Bad Bunny &amp; Jhay Cortez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X - Nicky Jam &amp; J Balvin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Mi Gente - J Balvin &amp; Willy William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El Perdón - Nicky Jam &amp; Enrique Iglesias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38 de 40 · bingomusicalgratis.es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39/40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Baila Baila Baila - Ozuna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Chantaje - Shakira &amp; Maluma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Safaera - Bad Bunny, Jowell &amp; Randy, Ñengo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X - Nicky Jam &amp; J Balvin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Dákiti - Bad Bunny &amp; Jhay Cortez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Tusa - Karol G &amp; Nicki Minaj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Criminal - Natti Natasha &amp; Ozuna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Hawái - Maluma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Échame la Culpa - Luis Fonsi &amp; Demi Lovato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Me Rehúso - Danny Ocean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El Perdón - Nicky Jam &amp; Enrique Iglesias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Secreto - Anuel AA &amp; Karol 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Sobrio - Maluma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Con Altura - Rosalía &amp; J Balvin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Yo Perreo Sola - Bad Bunny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Calma - Pedro Capó &amp; Farruko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Subeme La Radio - Enrique Iglesias ft. Descemer Bueno &amp; Zion &amp; Lennox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China - Anuel AA, Daddy Yankee, Karol G, Ozuna &amp; J Balvin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La Canción - J Balvin &amp; Bad Bunny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Duele el Corazón - Enrique Iglesias ft. Wisin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39 de 40 · bingomusicalgratis.es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40/40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Tusa - Karol G &amp; Nicki Minaj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Dákiti - Bad Bunny &amp; Jhay Cortez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Criminal - Natti Natasha &amp; Ozuna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Hawái - Maluma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China - Anuel AA, Daddy Yankee, Karol G, Ozuna &amp; J Balvin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Yo Perreo Sola - Bad Bunny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X - Nicky Jam &amp; J Balvin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Baila Baila Baila - Ozuna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Corazón - Maluma ft. Nego do Borel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Safaera - Bad Bunny, Jowell &amp; Randy, Ñengo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Mi Gente - J Balvin &amp; Willy William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Calma - Pedro Capó &amp; Farruko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Taki Taki - DJ Snake, Selena Gomez, Ozuna &amp; Cardi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Secreto - Anuel AA &amp; Karol 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Me Rehúso - Danny Ocean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Ella Quiere Beber - Anuel AA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El Perdón - Nicky Jam &amp; Enrique Iglesias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Duele el Corazón - Enrique Iglesias ft. Wisin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Sobrio - Maluma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Chantaje - Shakira &amp; Maluma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40 de 40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