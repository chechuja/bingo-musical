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Pero mira cómo beben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Rodolfo el reno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Arre borriquito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Tamborilero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Ay del chiquirritín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campanilleros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Blanca Navidad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burrito sabanero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Campana sobre campana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Ya viene la vieja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 de paz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 de diciembre fum fum fum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Belén tocan a fuego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peces en el río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