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Rodolfo el reno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peces en el río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 Belén tocan a fuego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Mi burrito sabanero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Campana sobre campana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Noche de paz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Blanca Navidad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Rodolfo el reno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Ay del chiquirritín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peces en el río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Pero mira cómo beben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Pero mira cómo beben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campanilleros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Jingle Bells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25 de diciembre fum fum fum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Campana sobre campana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 de 20 · bingomusicalgratis.es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Jingle Bells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 Belén tocan a fuego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Rodolfo el reno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25 de diciembre fum fum fum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peces en el río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Blanca Navidad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 Belén tocan a fuego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Jingle Bells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Pero mira cómo beben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6/60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 Belén tocan a fuego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peces en el río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Pero mira cómo beben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Ya viene la vieja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Jingle Bells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Arre borriquito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 de 20 · bingomusicalgratis.es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7/60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25 de diciembre fum fum fum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Ya viene la vieja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 Belén tocan a fuego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Ay del chiquirritín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Noche de paz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peces en el río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8/60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Ay del chiquirritín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Rodolfo el reno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Pero mira cómo beben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Tamborilero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25 de diciembre fum fum fum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Mi burrito sabanero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9/60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Ya viene la vieja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Mi burrito sabanero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campanilleros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Rodolfo el reno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 Belén tocan a fuego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Campana sobre campana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3 de 20 · bingomusicalgratis.es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10/60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Mi burrito sabanero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Jingle Bells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 Belén tocan a fuego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Ya viene la vieja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Rodolfo el reno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Noche de paz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11/60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campanilleros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Noche de paz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Arre borriquito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Jingle Bells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25 de diciembre fum fum fum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 Belén tocan a fuego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12/60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Jingle Bells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 Belén tocan a fuego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peces en el río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campanilleros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4 de 20 · bingomusicalgratis.es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13/60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campanilleros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Campana sobre campana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Blanca Navidad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Noche de paz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14/60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peces en el río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Blanca Navidad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Jingle Bells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Campana sobre campana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Ya viene la vieja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15/60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Rodolfo el reno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campanilleros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peces en el río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Pero mira cómo beben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 Belén tocan a fuego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Ay del chiquirritín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5 de 20 · bingomusicalgratis.es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16/60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Pero mira cómo beben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Rodolfo el 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Noche de paz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 Belén tocan a fuego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Blanca Navidad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Arre borriquito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17/60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campanilleros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Tamborilero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Ay del chiquirritín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Rodolfo el reno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Noche de paz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18/60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Arre borriquito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25 de diciembre fum fum fum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Tamborilero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peces en el río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Noche de paz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6 de 20 · bingomusicalgratis.es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19/60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Jingle Bells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campanilleros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Ya viene la vieja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Arre borriquito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20/60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Mi burrito sabanero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Ya viene la vieja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25 de diciembre fum fum fum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Pero mira cómo beben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Arre borriquito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21/60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Ya viene la vieja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Jingle Bells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Tamborilero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25 de diciembre fum fum fum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Campana sobre campana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Rodolfo el reno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7 de 20 · bingomusicalgratis.es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22/60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Arre borriquito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peces en el río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Mi burrito sabanero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campanilleros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Campana sobre campana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 Belén tocan a fuego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23/60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Ay del chiquirritín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Noche de paz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Mi burrito sabanero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Ya viene la vieja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Rodolfo el reno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24/60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 Belén tocan a fuego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Rodolfo el reno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campanilleros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Tamborilero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Pero mira cómo beben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Blanca Navidad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8 de 20 · bingomusicalgratis.es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25/60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25 de diciembre fum fum fum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Campana sobre campana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Mi burrito sabanero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Blanca Navidad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Pero mira cómo beben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 Belén tocan a fuego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26/60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campanilleros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Ya viene la vieja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Campana sobre campana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25 de diciembre fum fum fum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Blanca Navidad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27/60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Campana sobre campana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Ay del chiquirritín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Mi burrito sabanero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Rodolfo el reno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campanilleros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9 de 20 · bingomusicalgratis.es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28/60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Jingle Bells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Pero mira cómo beben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Tamborilero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Mi burrito sabanero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campanilleros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Ya viene la vieja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29/60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Arre borriquito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Campana sobre campana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Noche de paz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25 de diciembre fum fum fum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Jingle Bells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Ay del chiquirritín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30/60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Rodolfo el reno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campanilleros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Jingle Bells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peces en el río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Noche de paz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Campana sobre campana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10 de 20 · bingomusicalgratis.es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31/60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Rodolfo el reno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campanilleros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Pero mira cómo beben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 Belén tocan a fuego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Arre borriquito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Ay del chiquirritín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32/60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Blanca Navidad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Los peces en el río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Ay del chiquirritín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Mi burrito sabanero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Rodolfo el reno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Pero mira cómo beben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33/60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Ya viene la vieja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Blanca Navidad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Rodolfo el reno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Jingle Bells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Mi burrito sabanero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11 de 20 · bingomusicalgratis.es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34/60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Campana sobre campana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Ay del chiquirritín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Blanca Navidad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Ya viene la vieja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Pero mira cómo beben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 Belén tocan a fuego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35/60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25 de diciembre fum fum fum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Ya viene la vieja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campanilleros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Campana sobre campana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Blanca Navidad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36/60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Blanca Navidad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Tamborilero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Campana sobre campana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 Belén tocan a fuego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Ya viene la vieja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Jingle Bells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12 de 20 · bingomusicalgratis.es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37/60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Rodolfo el reno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25 de diciembre fum fum fum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Ay del chiquirritín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campanilleros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Tamborilero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 Belén tocan a fuego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38/60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Campana sobre campana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Pero mira cómo beben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campanilleros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Jingle Bells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Mi burrito sabanero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Tamborilero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39/60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peces en el río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Blanca Navidad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Campana sobre campana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25 de diciembre fum fum fum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Rodolfo el reno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13 de 20 · bingomusicalgratis.es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40/60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25 de diciembre fum fum fum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Rodolfo el reno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peces en el río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Tamborilero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Blanca Navidad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campanilleros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41/60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Rodolfo el reno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Tamborilero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Ya viene la vieja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 Belén tocan a fuego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Jingle Bells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Ay del chiquirritín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42/60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Blanca Navidad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Arre borriquito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Pero mira cómo beben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 Belén tocan a fuego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campanilleros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14 de 20 · bingomusicalgratis.es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43/60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25 de diciembre fum fum fum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Jingle Bells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Tamborilero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Ya viene la vieja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Blanca Navidad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44/60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 Belén tocan a fuego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Ya viene la vieja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Arre borriquito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Rodolfo el reno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Tamborilero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45/60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Arre borriquito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Noche de paz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Ya viene la vieja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Pero mira cómo beben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Ay del chiquirritín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15 de 20 · bingomusicalgratis.es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46/60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Ya viene la vieja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peces en el río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 Belén tocan a fuego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campanilleros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Jingle Bells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47/60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Mi burrito sabanero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Pero mira cómo beben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Noche de paz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peces en el río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25 de diciembre fum fum fum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Jingle Bells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48/60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25 de diciembre fum fum fum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Blanca Navidad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Noche de paz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Jingle Bells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Mi burrito sabanero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Campana sobre campana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16 de 20 · bingomusicalgratis.es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49/60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 Belén tocan a fuego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Arre borriquito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Ya viene la vieja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Blanca Navidad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Ay del chiquirritín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Noche de paz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50/60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Ya viene la vieja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Rodolfo el reno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25 de diciembre fum fum fum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Pero mira cómo beben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 Belén tocan a fuego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51/60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Los campanilleros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Pero mira cómo beben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Arre borriquito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Noche de paz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25 de diciembre fum fum fum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 Belén tocan a fuego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17 de 20 · bingomusicalgratis.es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52/60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Campana sobre campana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Tamborilero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25 de diciembre fum fum fum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Noche de paz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 Belén tocan a fuego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Mi burrito sabanero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53/60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Rodolfo el reno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25 de diciembre fum fum fum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Pero mira cómo beben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Mi burrito sabanero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Jingle Bells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Ya viene la vieja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54/60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Mi burrito sabanero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Tamborilero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Campana sobre campana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Rodolfo el reno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Noche de paz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25 de diciembre fum fum fum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18 de 20 · bingomusicalgratis.es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55/60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Blanca Navidad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Ya viene la vieja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Los peces en el río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A Belén tocan a fuego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campanilleros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56/60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Blanca Navidad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Tamborilero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Los peces en el río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Campana sobre campana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25 de diciembre fum fum fum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57/60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Pero mira cómo beben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Arre borriquito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Ay del chiquirritín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Ya viene la vieja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Mi burrito sabanero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19 de 20 · bingomusicalgratis.es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</a:defRPr>
            </a:pPr>
            <a:r>
              <a:t>🎵 BINGO MUSICAL - Villancicos Infantil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58/60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Jingle Bells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Noche de paz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Pero mira cómo beben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Campana sobre campana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Los campanilleros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59/60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Ay del chiquirritín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A Belén tocan a fuego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Campana sobre campana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9476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Arre borriquito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Noche de paz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476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Ya viene la vieja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1097280"/>
            <a:ext cx="2743200" cy="5029200"/>
          </a:xfrm>
          <a:prstGeom prst="rect">
            <a:avLst/>
          </a:prstGeom>
          <a:solidFill>
            <a:srgbClr val="FFFFFF"/>
          </a:solidFill>
          <a:ln w="38100">
            <a:solidFill>
              <a:srgbClr val="C41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1887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28B22"/>
                </a:solidFill>
              </a:defRPr>
            </a:pPr>
            <a:r>
              <a:t>Cartón 60/60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17373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17373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1. Tamborilero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237743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37743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2. Blanca Navidad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301752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30175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3. Pero mira cómo beben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65759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65759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4. A Belén tocan a fuego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297679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297679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5. Los campanilleros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937760"/>
            <a:ext cx="274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D700"/>
                </a:solidFill>
              </a:defRPr>
            </a:pPr>
            <a:r>
              <a:t>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93776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100">
                <a:solidFill>
                  <a:srgbClr val="282828"/>
                </a:solidFill>
              </a:defRPr>
            </a:pPr>
            <a:r>
              <a:t>6. Ay del chiquirritín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008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808080"/>
                </a:solidFill>
              </a:defRPr>
            </a:pPr>
            <a:r>
              <a:t>Diapositiva 20 de 20 · bingomusicalgratis.es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