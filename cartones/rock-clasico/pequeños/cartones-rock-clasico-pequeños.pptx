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You Give Love a Bad Name - Bon Jovi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Purple Haze - Jimi Hendrix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All Along the Watchtower - Jimi Hendrix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Don't Stop Me Now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Nothing Else Matters - Metallica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Dream On - Aerosmith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Thunder - AC/DC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Smells Like Teen Spirit - Nirvana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Sweet Home Alabama - Lynyrd Skynyrd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Nothing Else Matters - Metallica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Free Bird - Lynyrd Skynyrd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Walk This Way - Aerosmith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Purple Haze - Jimi Hendrix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Highway to Hell - AC/DC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Bohemian Rhapsody - Queen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Don't Stop Me Now - Queen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Sweet Home Alabama - Lynyrd Skynyrd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Livin' on a Prayer - Bon Jovi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Dream On - Aerosmith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Walk This Way - Aerosmith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One - Metallica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Free Bird - Lynyrd Skynyrd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Sweet Child O' Mine - Guns N' Roses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Enter Sandman - Metallica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7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4/20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Smells Like Teen Spirit - Nirvana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One - Metallica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Stairway to Heaven - Led Zeppelin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Walk This Way - Aerosmith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You Give Love a Bad Name - Bon Jovi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Born to Run - Bruce Springsteen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Free Bird - Lynyrd Skynyrd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Bohemian Rhapsody - Queen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5/20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Highway to Hell - AC/DC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Free Bird - Lynyrd Skynyrd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November Rain - Guns N' Roses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All Along the Watchtower - Jimi Hendrix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Purple Haze - Jimi Hendrix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Livin' on a Prayer - Bon Jovi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Stairway to Heaven - Led Zeppelin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Smells Like Teen Spirit - Nirvana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6/20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Smells Like Teen Spirit - Nirvana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Nothing Else Matters - Metallica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Hotel California - Eagles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Highway to Hell - AC/DC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You Give Love a Bad Name - Bon Jovi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Free Bird - Lynyrd Skynyrd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Livin' on a Prayer - Bon Jovi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Sweet Home Alabama - Lynyrd Skynyrd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7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7/20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Born to Run - Bruce Springsteen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Hotel California - Eagles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Walk This Way - Aerosmith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Smells Like Teen Spirit - Nirvana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November Rain - Guns N' Roses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We Will Rock You - Queen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Highway to Hell - AC/DC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Another One Bites the Dust - Queen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8/20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Don't Stop Me Now - Queen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Paradise City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Hotel California - Eagles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Nothing Else Matters - Metallica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Livin' on a Prayer - Bon Jovi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You Give Love a Bad Name - Bon Jovi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Stairway to Heaven - Led Zeppelin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Dream On - Aerosmith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9/20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Free Bird - Lynyrd Skynyrd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Thunder - AC/DC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Sweet Home Alabama - Lynyrd Skynyrd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Hotel California - Eagles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November Rain - Guns N' Roses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Another One Bites the Dust - Queen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Born to Run - Bruce Springsteen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Highway to Hell - AC/DC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7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10/20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You Give Love a Bad Name - Bon Jovi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Free Bird - Lynyrd Skynyrd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Highway to Hell - AC/DC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Stairway to Heaven - Led Zeppelin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Livin' on a Prayer - Bon Jovi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All Along the Watchtower - Jimi Hendrix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Don't Stop Me Now - Queen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Smells Like Teen Spirit - Nirvana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11/20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Smells Like Teen Spirit - Nirvana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Walk This Way - Aerosmith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We Will Rock You - Queen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Livin' on a Prayer - Bon Jovi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Sweet Home Alabama - Lynyrd Skynyrd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Born to Run - Bruce Springsteen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Paradise City - Guns N' Roses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Nothing Else Matters - Metallica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12/20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Livin' on a Prayer - Bon Jovi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November Rain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Don't Stop Me Now - Queen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Another One Bites the Dust - Queen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Dream On - Aerosmith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Paradise City - Guns N' Roses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Enter Sandman - Metallica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We Will Rock You - Queen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7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13/20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Enter Sandman - Metallica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Born to Run - Bruce Springsteen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All Along the Watchtower - Jimi Hendrix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Sweet Child O' Mine - Guns N' Roses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Nothing Else Matters - Metallica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Paradise City - Guns N' Roses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Livin' on a Prayer - Bon Jovi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Stairway to Heaven - Led Zeppelin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14/20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Livin' on a Prayer - Bon Jovi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Paradise City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All Along the Watchtower - Jimi Hendrix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Purple Haze - Jimi Hendrix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November Rain - Guns N' Roses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Free Bird - Lynyrd Skynyrd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Stairway to Heaven - Led Zeppelin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We Will Rock You - Queen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15/20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Back in Black - AC/DC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We Will Rock You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Highway to Hell - AC/DC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Sweet Child O' Mine - Guns N' Roses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Nothing Else Matters - Metallica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Stairway to Heaven - Led Zeppelin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Livin' on a Prayer - Bon Jovi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Born to Run - Bruce Springsteen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7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16/20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Enter Sandman - Metallica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Back in Black - AC/DC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Thunder - AC/DC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Livin' on a Prayer - Bon Jovi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We Will Rock You -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Paradise City - Guns N' Roses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Smells Like Teen Spirit - Nirvana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Dream On - Aerosmith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17/20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Another One Bites the Dust - Queen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Sweet Home Alabama - Lynyrd Skynyrd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Dream On - Aerosmith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Purple Haze - Jimi Hendrix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Hotel California - Eagles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Don't Stop Me Now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We Will Rock You - Queen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You Give Love a Bad Name - Bon Jovi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18/20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Smells Like Teen Spirit - Nirvana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Back in Black - AC/DC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Enter Sandman - Metallica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Free Bird - Lynyrd Skynyrd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Purple Haze - Jimi Hendrix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November Rain - Guns N' Roses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Don't Stop Me Now - Queen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All Along the Watchtower - Jimi Hendrix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7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19/20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Enter Sandman - Metallica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Paradise City - Guns N' Roses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Dream On - Aerosmith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You Give Love a Bad Name - Bon Jovi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Hotel California - Eagles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Back in Black - AC/DC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Born to Run - Bruce Springsteen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Walk This Way - Aerosmith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20/20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Nothing Else Matters - Metallica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Sweet Child O' Mine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Paradise City - Guns N' Roses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One - Metallica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Enter Sandman - Metallica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Free Bird - Lynyrd Skynyrd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Livin' on a Prayer - Bon Jovi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Smells Like Teen Spirit - Nirvana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7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