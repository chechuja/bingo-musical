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in Black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All Along the Watchtower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Jimi Hendrix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Stairway to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Led Zeppelin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 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Another One Bites the Dust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Will Rock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Smells Like Teen Spirit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Nirvana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November Rain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Highway to Hell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Walk This 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31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Enter Sandman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0020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2763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Paradise City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4495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Me Now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031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Born to Run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Bruce Springsteen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60020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62763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Purple Haze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Jimi Hendrix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1752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4495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Hotel California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Eagles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2880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10312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Bohemian Rhapsody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600200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627632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469087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1830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Home Alabama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Lynyrd Skynyrd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0819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3562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Paradise City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2551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5294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You Give Love a Bad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9087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71830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Another One Bites the Dust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0819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3562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Free Bird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Lynyrd Skynyrd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52551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55294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69087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71830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Will Rock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0819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13562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Walk This 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52551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55294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in Black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69087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71830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Highway to Hell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10819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13562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Nothing Else Matters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52551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55294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Smells Like Teen Spirit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Nirvana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69087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71830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0819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13562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52551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55294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Enter Sandman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69087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71830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Purple Haze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Jimi Hendrix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10819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13562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Bohemian Rhapsody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52551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55294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November Rain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690872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718304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Hotel California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Eagles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108192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135624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Me Now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18288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1031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 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60020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62763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Purple Haze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Jimi Hendrix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01752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04495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Hotel California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Eagles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8288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1031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Paradise City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60020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62763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01752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04495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Highway to Hell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8288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1031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in Black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60020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62763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Free Bird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Lynyrd Skynyrd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01752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04495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Nothing Else Matters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8288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1031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November Rain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60020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62763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Bohemian Rhapsody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01752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304495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Will Rock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8288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21031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60020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62763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Home Alabama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Lynyrd Skynyrd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01752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04495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You Give Love a Bad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8288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21031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Stairway to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Led Zeppelin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60020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62763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Another One Bites the Dust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01752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304495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182880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210312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Born to Run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Bruce Springsteen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600200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627632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All Along the Watchtower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Jimi Hendrix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#003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5" name="Picture 134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136" name="Rectangle 135"/>
          <p:cNvSpPr/>
          <p:nvPr/>
        </p:nvSpPr>
        <p:spPr>
          <a:xfrm>
            <a:off x="469087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471830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610819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613562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Free Bird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Lynyrd Skynyrd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752551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755294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November Rain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469087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471830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Bohemian Rhapsody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610819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613562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752551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755294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469087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471830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Will Rock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610819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613562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Another One Bites the Dust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752551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755294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Born to Run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Bruce Springsteen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469087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471830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Hotel California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Eagles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610819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613562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Enter Sandman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752551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755294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Stairway to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Led Zeppelin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469087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471830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 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610819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613562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Smells Like Teen Spirit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Nirvana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752551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755294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Walk This 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469087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471830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All Along the Watchtower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Jimi Hendrix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610819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613562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You Give Love a Bad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752551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755294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Home Alabama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Lynyrd Skynyrd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4690872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4718304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Me Now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6108192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6135624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Nothing Else Matters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#004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Walk This 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Smells Like Teen Spirit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Nirvana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Free Bird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Lynyrd Skynyrd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Born to Run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Bruce Springsteen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Another One Bites the Dust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November Rain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Stairway to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Led Zeppelin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Paradise City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Highway to Hell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31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0020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2763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Me Now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4495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You Give Love a Bad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031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in Black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60020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62763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Enter Sandman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1752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4495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 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2880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10312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All Along the Watchtower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Jimi Hendrix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600200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627632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Home Alabama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Lynyrd Skynyrd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469087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1830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Free Bird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Lynyrd Skynyrd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0819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3562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Highway to Hell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2551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5294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All Along the Watchtower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Jimi Hendrix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9087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71830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in Black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0819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3562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You Give Love a Bad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52551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55294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Nothing Else Matters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69087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71830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Walk This 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0819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13562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Purple Haze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Jimi Hendrix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52551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55294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Born to Run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Bruce Springsteen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69087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71830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Bohemian Rhapsody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10819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13562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Smells Like Teen Spirit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Nirvana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52551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55294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69087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71830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0819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13562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 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52551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55294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Me Now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69087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71830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Paradise City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10819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13562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Stairway to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Led Zeppelin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52551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55294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Hotel California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Eagles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690872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718304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Home Alabama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Lynyrd Skynyrd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108192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135624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Enter Sandman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#006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18288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1031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 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60020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62763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Purple Haze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Jimi Hendrix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01752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04495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8288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1031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Paradise City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60020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62763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Nothing Else Matters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01752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04495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Highway to Hell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8288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1031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Walk This 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60020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62763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Smells Like Teen Spirit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Nirvana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01752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04495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Will Rock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8288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1031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60020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62763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Hotel California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Eagles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01752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304495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Enter Sandman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8288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21031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in Black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60020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62763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01752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04495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Born to Run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Bruce Springsteen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8288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21031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November Rain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60020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62763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Stairway to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Led Zeppelin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01752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304495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Free Bird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Lynyrd Skynyrd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182880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210312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Home Alabama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Lynyrd Skynyrd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600200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627632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#007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5" name="Picture 134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136" name="Rectangle 135"/>
          <p:cNvSpPr/>
          <p:nvPr/>
        </p:nvSpPr>
        <p:spPr>
          <a:xfrm>
            <a:off x="469087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471830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 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610819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613562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in Black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752551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755294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Enter Sandman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469087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471830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Me Now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610819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613562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Paradise City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752551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755294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Will Rock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469087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471830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Bohemian Rhapsody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610819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613562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You Give Love a Bad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752551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755294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Stairway to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Led Zeppelin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469087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471830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Walk This 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610819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613562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Another One Bites the Dust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752551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755294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Born to Run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Bruce Springsteen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469087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471830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November Rain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610819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613562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Smells Like Teen Spirit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Nirvana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752551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755294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Free Bird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Lynyrd Skynyrd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469087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471830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Purple Haze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Jimi Hendrix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610819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613562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752551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755294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Nothing Else Matters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4690872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4718304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All Along the Watchtower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Jimi Hendrix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6108192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6135624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#008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 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Born to Run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Bruce Springsteen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Purple Haze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Jimi Hendrix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Nothing Else Matters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You Give Love a Bad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Another One Bites the Dust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Me Now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Walk This 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Highway to Hell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All Along the Watchtower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Jimi Hendrix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31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Home Alabama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Lynyrd Skynyrd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0020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2763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4495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Will Rock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031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60020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62763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Bohemian Rhapsody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1752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4495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Smells Like Teen Spirit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Nirvana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2880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10312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Free Bird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Lynyrd Skynyrd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600200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627632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in Black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469087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1830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Free Bird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Lynyrd Skynyrd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0819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3562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Bohemian Rhapsody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2551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5294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Hotel California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Eagles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9087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71830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You Give Love a Bad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0819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3562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All Along the Watchtower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Jimi Hendrix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52551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55294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Highway to Hell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69087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71830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November Rain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0819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13562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Paradise City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52551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55294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69087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71830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10819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13562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 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52551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55294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Enter Sandman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69087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71830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Nothing Else Matters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0819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13562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Purple Haze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Jimi Hendrix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52551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55294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69087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71830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Stairway to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Led Zeppelin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10819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13562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Smells Like Teen Spirit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Nirvana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52551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55294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Another One Bites the Dust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690872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718304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108192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135624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Me Now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18288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1031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Paradise City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60020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62763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01752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04495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Will Rock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8288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1031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You Give Love a Bad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60020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62763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Purple Haze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Jimi Hendrix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01752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04495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in Black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8288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1031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Another One Bites the Dust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60020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62763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Born to Run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Bruce Springsteen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01752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04495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Home Alabama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Lynyrd Skynyrd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8288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1031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Hotel California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Eagles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60020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62763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November Rain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01752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304495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Nothing Else Matters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8288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21031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Free Bird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Lynyrd Skynyrd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60020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62763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Stairway to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Led Zeppelin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01752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04495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8288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21031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All Along the Watchtower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Jimi Hendrix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60020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62763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Smells Like Teen Spirit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Nirvana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01752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304495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Walk This 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182880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210312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600200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627632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Me Now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#011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5" name="Picture 134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136" name="Rectangle 135"/>
          <p:cNvSpPr/>
          <p:nvPr/>
        </p:nvSpPr>
        <p:spPr>
          <a:xfrm>
            <a:off x="469087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471830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Me Now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610819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613562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in Black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752551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755294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469087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471830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Home Alabama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Lynyrd Skynyrd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610819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613562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November Rain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752551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755294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Highway to Hell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469087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471830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You Give Love a Bad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610819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613562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Born to Run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Bruce Springsteen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752551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755294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 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469087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471830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Another One Bites the Dust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610819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613562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Enter Sandman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752551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755294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Hotel California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Eagles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469087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471830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Nothing Else Matters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610819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613562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Bohemian Rhapsody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752551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755294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All Along the Watchtower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Jimi Hendrix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469087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471830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Walk This 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610819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613562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Stairway to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Led Zeppelin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752551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755294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4690872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4718304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6108192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6135624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Purple Haze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Jimi Hendrix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#012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Will Rock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Born to Run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Bruce Springsteen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Purple Haze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Jimi Hendrix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Nothing Else Matters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Bohemian Rhapsody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Paradise City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All Along the Watchtower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Jimi Hendrix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Me Now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Highway to Hell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Enter Sandman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Walk This 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31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Hotel California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Eagles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0020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2763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Smells Like Teen Spirit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Nirvana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4495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Another One Bites the Dust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031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60020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62763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1752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4495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You Give Love a Bad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2880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10312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Home Alabama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Lynyrd Skynyrd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600200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627632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Stairway to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Led Zeppelin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469087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1830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Paradise City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0819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3562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Bohemian Rhapsody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2551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5294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November Rain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9087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71830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0819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3562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Born to Run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Bruce Springsteen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52551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55294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Enter Sandman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69087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71830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0819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13562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52551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55294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Free Bird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Lynyrd Skynyrd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69087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71830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Walk This 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10819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13562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52551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55294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 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69087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71830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All Along the Watchtower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Jimi Hendrix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0819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13562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You Give Love a Bad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52551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55294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Hotel California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Eagles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69087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71830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in Black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10819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13562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Purple Haze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Jimi Hendrix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52551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55294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Me Now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690872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718304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Will Rock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108192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135624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Home Alabama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Lynyrd Skynyrd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#014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18288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1031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November Rain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60020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62763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Another One Bites the Dust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01752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04495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 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8288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1031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60020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62763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Bohemian Rhapsody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01752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04495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Walk This 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8288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1031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Smells Like Teen Spirit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Nirvana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60020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62763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01752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04495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Will Rock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8288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1031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Me Now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60020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62763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Stairway to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Led Zeppelin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01752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304495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in Black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8288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21031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60020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62763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Home Alabama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Lynyrd Skynyrd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01752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04495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Paradise City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8288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21031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60020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62763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Nothing Else Matters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01752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304495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Enter Sandman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182880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210312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Free Bird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Lynyrd Skynyrd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600200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627632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Highway to Hell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#015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5" name="Picture 134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136" name="Rectangle 135"/>
          <p:cNvSpPr/>
          <p:nvPr/>
        </p:nvSpPr>
        <p:spPr>
          <a:xfrm>
            <a:off x="469087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471830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in Black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610819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613562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Highway to Hell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752551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755294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Enter Sandman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469087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471830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November Rain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610819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613562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Walk This 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752551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755294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469087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471830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Another One Bites the Dust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610819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613562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Hotel California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Eagles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752551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755294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Will Rock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469087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471830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You Give Love a Bad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610819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613562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Stairway to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Led Zeppelin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752551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755294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469087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471830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All Along the Watchtower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Jimi Hendrix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610819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613562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Nothing Else Matters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752551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755294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Home Alabama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Lynyrd Skynyrd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469087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471830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Smells Like Teen Spirit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Nirvana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610819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613562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Bohemian Rhapsody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752551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755294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 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4690872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4718304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6108192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6135624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Paradise City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#016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Hotel California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Eagles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All Along the Watchtower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Jimi Hendrix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Me Now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Paradise City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Highway to Hell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Smells Like Teen Spirit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Nirvana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Free Bird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Lynyrd Skynyrd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Will Rock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 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You Give Love a Bad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Home Alabama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Lynyrd Skynyrd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31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Nothing Else Matters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0020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2763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4495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Enter Sandman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031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Another One Bites the Dust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60020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62763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1752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4495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Born to Run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Bruce Springsteen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2880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10312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Purple Haze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Jimi Hendrix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600200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627632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November Rain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469087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1830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0819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3562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Walk This 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2551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5294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Hotel California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Eagles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9087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71830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in Black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0819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3562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Will Rock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52551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55294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Free Bird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Lynyrd Skynyrd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69087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71830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Home Alabama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Lynyrd Skynyrd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0819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13562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52551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55294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You Give Love a Bad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69087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71830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Bohemian Rhapsody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10819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13562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52551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55294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November Rain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69087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71830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Purple Haze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Jimi Hendrix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0819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13562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Smells Like Teen Spirit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Nirvana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52551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55294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69087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71830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Stairway to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Led Zeppelin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10819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13562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Paradise City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52551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55294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Highway to Hell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690872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718304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Born to Run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Bruce Springsteen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108192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135624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All Along the Watchtower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Jimi Hendrix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#018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18288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1031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Hotel California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Eagles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60020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62763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in Black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01752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04495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Born to Run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Bruce Springsteen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8288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1031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Nothing Else Matters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60020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62763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Me Now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01752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04495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Stairway to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Led Zeppelin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8288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1031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60020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62763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All Along the Watchtower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Jimi Hendrix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01752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04495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Smells Like Teen Spirit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Nirvana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8288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1031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Purple Haze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Jimi Hendrix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60020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62763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Paradise City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01752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304495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Another One Bites the Dust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8288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21031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You Give Love a Bad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60020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62763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Free Bird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Lynyrd Skynyrd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01752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04495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Will Rock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8288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21031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Home Alabama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Lynyrd Skynyrd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60020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62763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01752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304495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Bohemian Rhapsody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182880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210312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Highway to Hell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600200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627632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Enter Sandman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#019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5" name="Picture 134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136" name="Rectangle 135"/>
          <p:cNvSpPr/>
          <p:nvPr/>
        </p:nvSpPr>
        <p:spPr>
          <a:xfrm>
            <a:off x="469087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471830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Hotel California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Eagles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610819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613562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752551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755294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Walk This 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469087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471830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610819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613562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Will Rock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752551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755294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469087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471830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Home Alabama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Lynyrd Skynyrd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610819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613562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Born to Run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Bruce Springsteen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752551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755294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November Rain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469087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471830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Highway to Hell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610819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613562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Stairway to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Led Zeppelin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752551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755294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 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469087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471830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Purple Haze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Jimi Hendrix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610819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613562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Me Now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752551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755294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Bohemian Rhapsody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469087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471830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610819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613562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Another One Bites the Dust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752551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755294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in Black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4690872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4718304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Enter Sandman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6108192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6135624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Free Bird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Lynyrd Skynyrd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#020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All Along the Watchtower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Jimi Hendrix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Highway to Hell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Born to Run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Bruce Springsteen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November Rain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Bohemian Rhapsody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Paradise City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Hotel California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Eagles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 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Enter Sandman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You Give Love a Bad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Nothing Else Matters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31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Me Now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0020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2763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Free Bird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Lynyrd Skynyrd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4495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031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in Black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60020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62763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Stairway to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Led Zeppelin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1752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4495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Purple Haze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Jimi Hendrix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2880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10312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600200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627632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Will Rock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469087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1830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Will Rock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0819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3562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Me Now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2551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5294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Stairway to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Led Zeppelin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9087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71830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Nothing Else Matters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0819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3562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Hotel California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Eagles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52551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55294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69087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71830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All Along the Watchtower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Jimi Hendrix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0819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13562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Purple Haze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Jimi Hendrix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52551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55294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69087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71830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Highway to Hell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10819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13562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Home Alabama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Lynyrd Skynyrd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52551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55294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Bohemian Rhapsody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69087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71830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Another One Bites the Dust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0819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13562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in Black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52551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55294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 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69087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71830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You Give Love a Bad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10819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13562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Walk This 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52551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55294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Free Bird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Lynyrd Skynyrd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690872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718304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Smells Like Teen Spirit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Nirvana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108192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135624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Paradise City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18288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1031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60020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62763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Walk This 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01752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04495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Hotel California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Eagles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8288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1031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Born to Run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Bruce Springsteen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60020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62763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in Black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01752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04495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November Rain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8288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1031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60020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62763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Free Bird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Lynyrd Skynyrd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01752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04495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Stairway to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Led Zeppelin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8288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1031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Another One Bites the Dust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60020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62763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Enter Sandman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01752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304495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8288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21031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Bohemian Rhapsody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60020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62763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 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01752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04495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Will Rock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8288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21031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60020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62763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Smells Like Teen Spirit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Nirvana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01752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304495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All Along the Watchtower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Jimi Hendrix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182880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210312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Nothing Else Matters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600200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627632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Purple Haze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Jimi Hendrix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#023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5" name="Picture 134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136" name="Rectangle 135"/>
          <p:cNvSpPr/>
          <p:nvPr/>
        </p:nvSpPr>
        <p:spPr>
          <a:xfrm>
            <a:off x="469087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471830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Home Alabama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Lynyrd Skynyrd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610819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613562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Smells Like Teen Spirit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Nirvana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752551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755294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You Give Love a Bad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469087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471830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Purple Haze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Jimi Hendrix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610819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613562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in Black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752551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755294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Walk This 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469087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471830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Highway to Hell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610819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613562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November Rain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752551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755294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Me Now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469087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471830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Will Rock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610819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613562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752551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755294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Paradise City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469087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471830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Born to Run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Bruce Springsteen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610819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613562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Nothing Else Matters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752551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755294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Another One Bites the Dust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469087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471830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Enter Sandman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610819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613562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 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752551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755294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4690872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4718304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Bohemian Rhapsody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6108192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6135624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#024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Paradise City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Free Bird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Lynyrd Skynyrd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Home Alabama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Lynyrd Skynyrd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Me Now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November Rain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Nothing Else Matters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Bohemian Rhapsody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Stairway to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Led Zeppelin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Smells Like Teen Spirit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Nirvana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31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Walk This 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0020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2763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All Along the Watchtower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Jimi Hendrix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4495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Born to Run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Bruce Springsteen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031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Enter Sandman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60020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62763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Hotel California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Eagles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1752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4495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Another One Bites the Dust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2880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10312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 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600200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627632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Highway to Hell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469087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1830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Me Now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0819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3562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You Give Love a Bad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2551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5294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9087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71830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0819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3562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November Rain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52551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55294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Born to Run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Bruce Springsteen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69087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71830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Hotel California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Eagles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0819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13562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Stairway to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Led Zeppelin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52551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55294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Will Rock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69087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71830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Another One Bites the Dust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10819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13562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Nothing Else Matters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52551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55294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Home Alabama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Lynyrd Skynyrd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69087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71830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0819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13562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All Along the Watchtower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Jimi Hendrix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52551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55294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69087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71830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 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10819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13562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Purple Haze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Jimi Hendrix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52551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55294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Walk This 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690872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718304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Highway to Hell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108192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135624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Smells Like Teen Spirit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Nirvana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#026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18288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1031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Stairway to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Led Zeppelin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60020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62763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Walk This 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01752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04495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November Rain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8288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1031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You Give Love a Bad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60020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62763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Me Now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01752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04495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Home Alabama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Lynyrd Skynyrd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8288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1031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60020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62763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 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01752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04495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in Black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8288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1031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Bohemian Rhapsody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60020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62763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Purple Haze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Jimi Hendrix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01752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304495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8288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21031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Paradise City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60020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62763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Smells Like Teen Spirit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Nirvana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01752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04495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Enter Sandman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8288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21031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Born to Run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Bruce Springsteen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60020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62763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Free Bird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Lynyrd Skynyrd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01752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304495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Nothing Else Matters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182880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210312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Highway to Hell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600200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627632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#027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5" name="Picture 134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136" name="Rectangle 135"/>
          <p:cNvSpPr/>
          <p:nvPr/>
        </p:nvSpPr>
        <p:spPr>
          <a:xfrm>
            <a:off x="469087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471830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Free Bird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Lynyrd Skynyrd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610819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613562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Home Alabama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Lynyrd Skynyrd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752551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755294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You Give Love a Bad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469087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471830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Stairway to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Led Zeppelin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610819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613562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 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752551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755294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All Along the Watchtower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Jimi Hendrix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469087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471830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Another One Bites the Dust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610819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613562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752551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755294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Me Now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469087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471830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610819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613562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Enter Sandman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752551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755294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Smells Like Teen Spirit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Nirvana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469087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471830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Born to Run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Bruce Springsteen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610819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613562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Paradise City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752551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755294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469087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471830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Hotel California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Eagles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610819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613562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in Black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752551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755294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Nothing Else Matters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4690872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4718304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Will Rock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6108192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6135624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Highway to Hell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#028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Born to Run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Bruce Springsteen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All Along the Watchtower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Jimi Hendrix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Highway to Hell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Another One Bites the Dust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Smells Like Teen Spirit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Nirvana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Free Bird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Lynyrd Skynyrd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Enter Sandman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 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in Black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Bohemian Rhapsody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31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0020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2763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Hotel California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Eagles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4495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Will Rock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031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You Give Love a Bad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60020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62763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November Rain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1752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4495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Purple Haze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Jimi Hendrix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2880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10312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Walk This 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600200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627632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Paradise City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469087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1830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Highway to Hell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0819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3562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Purple Haze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Jimi Hendrix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2551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5294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Stairway to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Led Zeppelin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9087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71830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0819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3562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52551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55294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Will Rock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69087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71830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Bohemian Rhapsody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0819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13562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All Along the Watchtower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Jimi Hendrix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52551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55294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Another One Bites the Dust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69087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71830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in Black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10819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13562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Paradise City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52551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55294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Walk This 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69087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71830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Born to Run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Bruce Springsteen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0819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13562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You Give Love a Bad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52551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55294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Free Bird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Lynyrd Skynyrd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69087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71830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Home Alabama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Lynyrd Skynyrd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10819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13562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November Rain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52551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55294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Hotel California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Eagles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690872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718304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Nothing Else Matters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108192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135624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Enter Sandman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18288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1031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Bohemian Rhapsody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60020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62763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Purple Haze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Jimi Hendrix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01752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04495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Enter Sandman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8288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1031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60020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62763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01752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04495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Smells Like Teen Spirit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Nirvana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8288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1031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All Along the Watchtower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Jimi Hendrix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60020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62763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01752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04495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Hotel California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Eagles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8288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1031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Me Now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60020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62763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November Rain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01752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304495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Stairway to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Led Zeppelin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8288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21031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You Give Love a Bad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60020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62763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Walk This 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01752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04495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Home Alabama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Lynyrd Skynyrd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8288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21031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 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60020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62763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Will Rock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01752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304495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in Black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182880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210312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600200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627632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Nothing Else Matters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#031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5" name="Picture 134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136" name="Rectangle 135"/>
          <p:cNvSpPr/>
          <p:nvPr/>
        </p:nvSpPr>
        <p:spPr>
          <a:xfrm>
            <a:off x="469087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471830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Nothing Else Matters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610819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613562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Home Alabama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Lynyrd Skynyrd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752551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755294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Walk This 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469087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471830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in Black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610819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613562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752551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755294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Purple Haze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Jimi Hendrix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469087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471830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Smells Like Teen Spirit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Nirvana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610819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613562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752551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755294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You Give Love a Bad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469087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471830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 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610819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613562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Stairway to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Led Zeppelin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752551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755294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Hotel California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Eagles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469087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471830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Another One Bites the Dust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610819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613562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Born to Run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Bruce Springsteen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752551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755294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Highway to Hell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469087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471830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Enter Sandman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610819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613562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Me Now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752551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755294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Paradise City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4690872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4718304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Free Bird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Lynyrd Skynyrd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6108192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6135624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Will Rock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#032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Another One Bites the Dust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Home Alabama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Lynyrd Skynyrd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November Rain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Stairway to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Led Zeppelin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You Give Love a Bad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Me Now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Paradise City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All Along the Watchtower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Jimi Hendrix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Free Bird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Lynyrd Skynyrd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31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Nothing Else Matters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0020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2763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Walk This 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4495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Enter Sandman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031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60020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62763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Bohemian Rhapsody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1752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4495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Purple Haze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Jimi Hendrix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2880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10312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Born to Run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Bruce Springsteen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600200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627632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 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469087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1830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Born to Run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Bruce Springsteen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0819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3562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2551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5294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Nothing Else Matters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9087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71830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Hotel California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Eagles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0819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3562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November Rain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52551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55294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Stairway to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Led Zeppelin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69087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71830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in Black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0819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13562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52551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55294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Free Bird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Lynyrd Skynyrd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69087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71830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Highway to Hell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10819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13562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Paradise City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52551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55294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All Along the Watchtower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Jimi Hendrix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69087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71830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Me Now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0819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13562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Home Alabama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Lynyrd Skynyrd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52551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55294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Another One Bites the Dust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69087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71830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Bohemian Rhapsody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10819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13562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52551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55294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Smells Like Teen Spirit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Nirvana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690872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718304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Will Rock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108192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135624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 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#034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18288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1031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60020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62763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All Along the Watchtower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Jimi Hendrix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01752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04495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8288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1031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Stairway to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Led Zeppelin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60020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62763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Paradise City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01752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04495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Highway to Hell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8288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1031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Hotel California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Eagles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60020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62763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in Black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01752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04495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November Rain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8288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1031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Smells Like Teen Spirit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Nirvana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60020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62763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Me Now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01752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304495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Enter Sandman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8288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21031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Walk This 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60020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62763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Another One Bites the Dust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01752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04495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8288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21031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Free Bird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Lynyrd Skynyrd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60020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62763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Purple Haze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Jimi Hendrix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01752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304495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182880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210312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Nothing Else Matters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600200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627632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Will Rock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#035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5" name="Picture 134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136" name="Rectangle 135"/>
          <p:cNvSpPr/>
          <p:nvPr/>
        </p:nvSpPr>
        <p:spPr>
          <a:xfrm>
            <a:off x="469087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471830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610819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613562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 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752551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755294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Me Now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469087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471830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You Give Love a Bad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610819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613562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Born to Run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Bruce Springsteen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752551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755294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All Along the Watchtower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Jimi Hendrix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469087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471830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Another One Bites the Dust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610819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613562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in Black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752551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755294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Stairway to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Led Zeppelin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469087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471830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610819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613562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Purple Haze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Jimi Hendrix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752551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755294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Free Bird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Lynyrd Skynyrd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469087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471830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Home Alabama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Lynyrd Skynyrd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610819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613562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Hotel California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Eagles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752551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755294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Smells Like Teen Spirit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Nirvana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469087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471830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Enter Sandman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610819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613562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November Rain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752551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755294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Will Rock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4690872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4718304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6108192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6135624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Bohemian Rhapsody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#036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 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Purple Haze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Jimi Hendrix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Born to Run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Bruce Springsteen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Hotel California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Eagles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Smells Like Teen Spirit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Nirvana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Bohemian Rhapsody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Walk This 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Highway to Hell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Me Now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Paradise City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in Black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31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Home Alabama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Lynyrd Skynyrd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0020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2763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Free Bird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Lynyrd Skynyrd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4495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You Give Love a Bad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031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60020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62763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Enter Sandman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1752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4495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Will Rock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2880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10312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Another One Bites the Dust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600200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627632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469087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1830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You Give Love a Bad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0819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3562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Highway to Hell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2551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5294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Home Alabama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Lynyrd Skynyrd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9087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71830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0819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3562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Bohemian Rhapsody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52551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55294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Me Now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69087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71830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All Along the Watchtower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Jimi Hendrix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0819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13562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Enter Sandman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52551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55294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Paradise City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69087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71830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Walk This 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10819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13562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November Rain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52551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55294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Another One Bites the Dust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69087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71830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Smells Like Teen Spirit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Nirvana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0819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13562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 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52551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55294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Free Bird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Lynyrd Skynyrd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69087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71830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Nothing Else Matters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10819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13562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Hotel California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Eagles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52551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55294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690872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718304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Born to Run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Bruce Springsteen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108192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135624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in Black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#038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18288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1031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60020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62763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Highway to Hell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01752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04495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Another One Bites the Dust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8288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1031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You Give Love a Bad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60020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62763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November Rain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01752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04495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Nothing Else Matters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8288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1031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 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60020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62763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Smells Like Teen Spirit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Nirvana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01752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04495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Purple Haze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Jimi Hendrix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8288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1031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All Along the Watchtower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Jimi Hendrix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60020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62763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Hotel California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Eagles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01752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304495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8288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21031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Bohemian Rhapsody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60020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62763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01752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04495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Home Alabama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Lynyrd Skynyrd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8288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21031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60020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62763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Free Bird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Lynyrd Skynyrd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01752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304495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Paradise City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182880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210312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Will Rock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600200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627632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Walk This 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#039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5" name="Picture 134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136" name="Rectangle 135"/>
          <p:cNvSpPr/>
          <p:nvPr/>
        </p:nvSpPr>
        <p:spPr>
          <a:xfrm>
            <a:off x="469087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471830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610819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613562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Free Bird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Lynyrd Skynyrd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752551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755294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Bohemian Rhapsody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469087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471830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Will Rock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610819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613562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Nothing Else Matters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752551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755294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Hotel California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Eagles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469087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471830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Walk This 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610819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613562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November Rain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752551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755294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469087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471830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Highway to Hell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610819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613562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Stairway to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Led Zeppelin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752551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755294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Enter Sandman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469087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471830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Born to Run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Bruce Springsteen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610819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613562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Paradise City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752551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755294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Me Now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469087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471830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All Along the Watchtower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Jimi Hendrix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610819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613562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You Give Love a Bad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752551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755294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4690872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4718304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Purple Haze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Jimi Hendrix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6108192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6135624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Another One Bites the Dust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#040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