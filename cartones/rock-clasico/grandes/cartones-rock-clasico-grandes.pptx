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November Rain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Born to Run - Bruce Springsteen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Don't Stop Me Now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Hotel California - Eagles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Enter Sandman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Stairway to Heaven - Led Zeppelin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Smells Like Teen Spirit - Nirvana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Purple Haze - Jimi Hendrix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One - Metallica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Free Bird - Lynyrd Skynyrd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Highway to Hell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Sweet Child O' Mine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Walk This Way - Aerosmith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Dream On - Aerosmith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Sweet Home Alabama - Lynyrd Skynyrd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Back in Black - AC/DC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All Along the Watchtower - Jimi Hendrix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Bohemian Rhapsody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We Will Rock You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Thunder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40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Thunder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All Along the Watchtower - Jimi Hendrix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Smells Like Teen Spirit - Nirvana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Back in Black - AC/DC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Born to Run - Bruce Springsteen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Purple Haze - Jimi Hendrix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Walk This Way - Aerosmith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Sweet Child O' Mine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Another One Bites the Dust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You Give Love a Bad Name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Hotel California - Eagles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Dream On - Aerosmith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Enter Sandman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Sweet Home Alabama - Lynyrd Skynyrd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Nothing Else Matters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Stairway to Heaven - Led Zeppelin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Don't Stop Me Now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November Rain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Livin' on a Prayer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Free Bird - Lynyrd Skynyrd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40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Born to Run - Bruce Springsteen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Dream On - Aerosmith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Purple Haze - Jimi Hendrix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Highway to Hell - AC/DC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All Along the Watchtower - Jimi Hendrix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Nothing Else Matters - Metallica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Back in Black - AC/DC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Paradise City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Stairway to Heaven - Led Zeppelin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You Give Love a Bad Name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We Will Rock You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Sweet Child O' Mine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Smells Like Teen Spirit - Nirvana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Bohemian Rhapsody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Thunder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Enter Sandman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Livin' on a Prayer - Bon Jovi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November Rain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Free Bird - Lynyrd Skynyrd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Don't Stop Me Now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40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Purple Haze - Jimi Hendrix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All Along the Watchtower - Jimi Hendrix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Free Bird - Lynyrd Skynyrd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We Will Rock You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Hotel California - Eagles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Nothing Else Matters - Metallica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You Give Love a Bad Name - Bon Jovi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Don't Stop Me Now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Sweet Child O' Mine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Walk This Way - Aerosmith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Another One Bites the Dust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November Rain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Bohemian Rhapsody - Queen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Livin' on a Prayer - Bon Jovi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Born to Run - Bruce Springsteen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One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Paradise City - Guns N' Roses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Highway to Hell - AC/DC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Dream On - Aerosmith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Back in Black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40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You Give Love a Bad Name - Bon Jovi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November Rain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Hotel California - Eagles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Bohemian Rhapsody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Smells Like Teen Spirit - Nirvana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Sweet Child O' Mine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Enter Sandman - Metallica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Paradise City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Sweet Home Alabama - Lynyrd Skynyrd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Highway to Hell - AC/DC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We Will Rock You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All Along the Watchtower - Jimi Hendrix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Nothing Else Matters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Back in Black - AC/DC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Free Bird - Lynyrd Skynyrd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Livin' on a Prayer - Bon Jovi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Don't Stop Me Now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Another One Bites the Dust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Stairway to Heaven - Led Zeppelin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Walk This Way - Aerosmith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40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Stairway to Heaven - Led Zeppelin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Free Bird - Lynyrd Skynyrd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Nothing Else Matters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We Will Rock You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Another One Bites the Dust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Sweet Child O' Mine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Back in Black - AC/DC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Don't Stop Me Now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November Rain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Purple Haze - Jimi Hendrix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Paradise City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Livin' on a Prayer - Bon Jovi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Enter Sandman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Highway to Hell - AC/DC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Dream On - Aerosmith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Walk This Way - Aerosmith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You Give Love a Bad Name - Bon Jovi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Thunder - AC/DC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One - Metallica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Smells Like Teen Spirit - Nirvana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40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Purple Haze - Jimi Hendrix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Another One Bites the Dust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We Will Rock You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One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Paradise City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November Rain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Thunder - AC/DC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Smells Like Teen Spirit - Nirvana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Hotel California - Eagles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Free Bird - Lynyrd Skynyrd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Walk This Way - Aerosmith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Don't Stop Me Now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Born to Run - Bruce Springsteen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Stairway to Heaven - Led Zeppelin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Nothing Else Matters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Dream On - Aerosmith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Sweet Child O' Mine - Guns N' Roses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All Along the Watchtower - Jimi Hendrix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Enter Sandman - Metallica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Back in Black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40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Highway to Hell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Bohemian Rhapsody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Thunder - AC/DC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Enter Sandman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Purple Haze - Jimi Hendrix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Nothing Else Matters - Metallica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Born to Run - Bruce Springsteen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Walk This Way - Aerosmith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All Along the Watchtower - Jimi Hendrix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Dream On - Aerosmith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We Will Rock You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Paradise City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November Rain - Guns N' Roses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Another One Bites the Dust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Hotel California - Eagles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Back in Black - AC/DC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Livin' on a Prayer - Bon Jovi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Smells Like Teen Spirit - Nirvana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Stairway to Heaven - Led Zeppelin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Free Bird - Lynyrd Skynyrd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40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Sweet Child O' Mine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Walk This Way - Aerosmith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Sweet Home Alabama - Lynyrd Skynyrd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Dream On - Aerosmith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Hotel California - Eagles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Born to Run - Bruce Springsteen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Livin' on a Prayer - Bon Jovi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November Rain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Free Bird - Lynyrd Skynyrd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One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Nothing Else Matters - Metallica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Highway to Hell - AC/DC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Stairway to Heaven - Led Zeppelin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Don't Stop Me Now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Enter Sandman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Back in Black - AC/DC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We Will Rock You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Bohemian Rhapsody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Another One Bites the Dust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You Give Love a Bad Name - Bon Jovi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40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Born to Run - Bruce Springsteen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We Will Rock You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Enter Sandman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Walk This Way - Aerosmith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Paradise City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One - Metallica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Don't Stop Me Now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Purple Haze - Jimi Hendrix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Dream On - Aerosmith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Livin' on a Prayer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Highway to Hell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Thunder - AC/DC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Bohemian Rhapsody - Queen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You Give Love a Bad Name - Bon Jovi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Stairway to Heaven - Led Zeppelin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Another One Bites the Dust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All Along the Watchtower - Jimi Hendrix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Sweet Home Alabama - Lynyrd Skynyrd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Sweet Child O' Mine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Smells Like Teen Spirit - Nirvana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40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We Will Rock You - Queen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Sweet Child O' Mine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Free Bird - Lynyrd Skynyrd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Bohemian Rhapsody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Hotel California - Eagles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Walk This Way - Aerosmith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Sweet Home Alabama - Lynyrd Skynyrd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Purple Haze - Jimi Hendrix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One - Metallica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Stairway to Heaven - Led Zeppelin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Don't Stop Me Now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Highway to Hell - AC/DC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November Rain - Guns N' Roses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Back in Black - AC/DC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Thunder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Livin' on a Prayer - Bon Jovi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Another One Bites the Dust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Born to Run - Bruce Springsteen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All Along the Watchtower - Jimi Hendrix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Dream On - Aerosmith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40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Walk This Way - Aerosmith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Smells Like Teen Spirit - Nirvana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Thunder - AC/DC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Sweet Home Alabama - Lynyrd Skynyrd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Hotel California - Eagles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All Along the Watchtower - Jimi Hendrix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Paradise City - Guns N' Roses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You Give Love a Bad Name - Bon Jovi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Bohemian Rhapsody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Born to Run - Bruce Springsteen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Highway to Hell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Don't Stop Me Now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Enter Sandman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One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Another One Bites the Dust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Sweet Child O' Mine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Stairway to Heaven - Led Zeppelin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Back in Black - AC/DC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November Rain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Livin' on a Prayer - Bon Jovi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40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Livin' on a Prayer - Bon Jovi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Bohemian Rhapsody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Smells Like Teen Spirit - Nirvana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November Rain - Guns N' Roses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Another One Bites the Dust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Sweet Home Alabama - Lynyrd Skynyrd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Highway to Hell - AC/DC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Back in Black - AC/DC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Purple Haze - Jimi Hendrix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Don't Stop Me Now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Hotel California - Eagles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One - Metallica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Nothing Else Matters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Born to Run - Bruce Springsteen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We Will Rock You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Thunder - AC/DC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All Along the Watchtower - Jimi Hendrix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Free Bird - Lynyrd Skynyrd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Sweet Child O' Mine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Dream On - Aerosmith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40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Livin' on a Prayer - Bon Jovi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Enter Sandman - Metallica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Purple Haze - Jimi Hendrix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Thunder - AC/DC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November Rain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Bohemian Rhapsody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Walk This Way - Aerosmith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Back in Black - AC/DC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Don't Stop Me Now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You Give Love a Bad Name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Dream On - Aerosmith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Sweet Home Alabama - Lynyrd Skynyrd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Highway to Hell - AC/DC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We Will Rock You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All Along the Watchtower - Jimi Hendrix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Free Bird - Lynyrd Skynyrd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Smells Like Teen Spirit - Nirvana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Nothing Else Matters - Metallica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Born to Run - Bruce Springsteen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Paradise City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40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Walk This Way - Aerosmith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Livin' on a Prayer - Bon Jovi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Sweet Home Alabama - Lynyrd Skynyrd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Bohemian Rhapsody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November Rain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Born to Run - Bruce Springsteen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Don't Stop Me Now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Paradise City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Highway to Hell - AC/DC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All Along the Watchtower - Jimi Hendrix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Free Bird - Lynyrd Skynyrd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We Will Rock You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You Give Love a Bad Name - Bon Jovi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Stairway to Heaven - Led Zeppelin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Purple Haze - Jimi Hendrix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Enter Sandman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Dream On - Aerosmith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Nothing Else Matters - Metallica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Hotel California - Eagles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One - Metallica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40 · 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We Will Rock You - Queen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One - Metallica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Sweet Home Alabama - Lynyrd Skynyrd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Bohemian Rhapsody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Walk This Way - Aerosmith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Born to Run - Bruce Springsteen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Hotel California - Eagles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Dream On - Aerosmith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Smells Like Teen Spirit - Nirvana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Livin' on a Prayer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Thunder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Sweet Child O' Mine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Paradise City - Guns N' Roses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You Give Love a Bad Name - Bon Jovi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Don't Stop Me Now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All Along the Watchtower - Jimi Hendrix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Enter Sandman - Metallica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Another One Bites the Dust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Nothing Else Matters - Metallica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Back in Black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16 de 40 · 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Bohemian Rhapsody - Queen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Back in Black - AC/DC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Enter Sandman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We Will Rock You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Hotel California - Eagles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All Along the Watchtower - Jimi Hendrix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Purple Haze - Jimi Hendrix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Walk This Way - Aerosmith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Stairway to Heaven - Led Zeppelin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You Give Love a Bad Name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Born to Run - Bruce Springsteen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Livin' on a Prayer - Bon Jovi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Don't Stop Me Now - Queen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One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Thunder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Dream On - Aerosmith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Sweet Home Alabama - Lynyrd Skynyrd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Another One Bites the Dust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Smells Like Teen Spirit - Nirvana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Nothing Else Matters - Metallica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17 de 40 · 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Highway to Hell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Don't Stop Me Now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You Give Love a Bad Name - Bon Jovi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Enter Sandman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Bohemian Rhapsody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Thunder - AC/DC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November Rain - Guns N' Roses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Dream On - Aerosmith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All Along the Watchtower - Jimi Hendrix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Walk This Way - Aerosmith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Sweet Child O' Mine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One - Metallica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Smells Like Teen Spirit - Nirvana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Another One Bites the Dust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Paradise City - Guns N' Roses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Nothing Else Matters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Livin' on a Prayer - Bon Jovi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Stairway to Heaven - Led Zeppelin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Hotel California - Eagles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Back in Black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18 de 40 · 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Thunder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You Give Love a Bad Name - Bon Jovi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November Rain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Back in Black - AC/DC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Highway to Hell - AC/DC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Walk This Way - Aerosmith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Another One Bites the Dust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Born to Run - Bruce Springsteen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Enter Sandman - Metallica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Nothing Else Matters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Smells Like Teen Spirit - Nirvana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Paradise City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Bohemian Rhapsody - Queen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Purple Haze - Jimi Hendrix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Hotel California - Eagles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We Will Rock You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Dream On - Aerosmith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Stairway to Heaven - Led Zeppelin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All Along the Watchtower - Jimi Hendrix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Livin' on a Prayer - Bon Jovi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19 de 40 · 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All Along the Watchtower - Jimi Hendrix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Stairway to Heaven - Led Zeppelin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Paradise City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We Will Rock You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Back in Black - AC/DC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Bohemian Rhapsody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Walk This Way - Aerosmith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Livin' on a Prayer - Bon Jovi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Smells Like Teen Spirit - Nirvana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Dream On - Aerosmith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Another One Bites the Dust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Sweet Child O' Mine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Sweet Home Alabama - Lynyrd Skynyrd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Born to Run - Bruce Springsteen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Purple Haze - Jimi Hendrix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Thunder - AC/DC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Nothing Else Matters - Metallica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You Give Love a Bad Name - Bon Jovi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November Rain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Highway to Hell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20 de 40 · 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One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Free Bird - Lynyrd Skynyrd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Sweet Home Alabama - Lynyrd Skynyrd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Nothing Else Matters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Stairway to Heaven - Led Zeppelin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Purple Haze - Jimi Hendrix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All Along the Watchtower - Jimi Hendrix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Sweet Child O' Mine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Livin' on a Prayer - Bon Jovi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We Will Rock You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Highway to Hell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Bohemian Rhapsody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Dream On - Aerosmith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Back in Black - AC/DC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Smells Like Teen Spirit - Nirvana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Walk This Way - Aerosmith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Another One Bites the Dust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Hotel California - Eagles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Thunder - AC/DC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Born to Run - Bruce Springsteen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21 de 40 · 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Sweet Home Alabama - Lynyrd Skynyrd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Free Bird - Lynyrd Skynyrd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Enter Sandman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Hotel California - Eagles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You Give Love a Bad Name - Bon Jovi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Thunder - AC/DC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Bohemian Rhapsody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Born to Run - Bruce Springsteen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Don't Stop Me Now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Smells Like Teen Spirit - Nirvana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Purple Haze - Jimi Hendrix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Another One Bites the Dust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All Along the Watchtower - Jimi Hendrix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November Rain - Guns N' Roses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One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We Will Rock You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Paradise City - Guns N' Roses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Nothing Else Matters - Metallica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Stairway to Heaven - Led Zeppelin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Walk This Way - Aerosmith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22 de 40 · 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Sweet Child O' Mine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Purple Haze - Jimi Hendrix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Enter Sandman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One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Another One Bites the Dust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Born to Run - Bruce Springsteen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Walk This Way - Aerosmith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Highway to Hell - AC/DC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All Along the Watchtower - Jimi Hendrix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Smells Like Teen Spirit - Nirvana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Hotel California - Eagles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Livin' on a Prayer - Bon Jovi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Stairway to Heaven - Led Zeppelin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November Rain - Guns N' Roses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Bohemian Rhapsody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Don't Stop Me Now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Sweet Home Alabama - Lynyrd Skynyrd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Back in Black - AC/DC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Dream On - Aerosmith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Paradise City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23 de 40 · 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Smells Like Teen Spirit - Nirvana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Sweet Child O' Mine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We Will Rock You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Dream On - Aerosmith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Another One Bites the Dust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Highway to Hell - AC/DC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Born to Run - Bruce Springsteen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Livin' on a Prayer - Bon Jovi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November Rain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You Give Love a Bad Name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Nothing Else Matters - Metallica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Sweet Home Alabama - Lynyrd Skynyrd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Thunder - AC/DC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Stairway to Heaven - Led Zeppelin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Paradise City - Guns N' Roses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Enter Sandman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Walk This Way - Aerosmith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Bohemian Rhapsody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Back in Black - AC/DC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One - Metallica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24 de 40 · 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Highway to Hell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Hotel California - Eagles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Purple Haze - Jimi Hendrix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Bohemian Rhapsody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Free Bird - Lynyrd Skynyrd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Enter Sandman - Metallica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Don't Stop Me Now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Born to Run - Bruce Springsteen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Smells Like Teen Spirit - Nirvana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Dream On - Aerosmith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Stairway to Heaven - Led Zeppelin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We Will Rock You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Another One Bites the Dust - Queen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Sweet Home Alabama - Lynyrd Skynyrd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Livin' on a Prayer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You Give Love a Bad Name - Bon Jovi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One - Metallica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Walk This Way - Aerosmith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Back in Black - AC/DC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Thunder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25 de 40 · 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Nothing Else Matters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Paradise City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Thunder - AC/DC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Stairway to Heaven - Led Zeppelin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Smells Like Teen Spirit - Nirvana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Sweet Child O' Mine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November Rain - Guns N' Roses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Born to Run - Bruce Springsteen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Back in Black - AC/DC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All Along the Watchtower - Jimi Hendrix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Enter Sandman - Metallica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Livin' on a Prayer - Bon Jovi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One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Walk This Way - Aerosmith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Sweet Home Alabama - Lynyrd Skynyrd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Dream On - Aerosmith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Bohemian Rhapsody - Queen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You Give Love a Bad Name - Bon Jovi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Hotel California - Eagles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Free Bird - Lynyrd Skynyrd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26 de 40 · 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Bohemian Rhapsody - Queen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We Will Rock You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Dream On - Aerosmith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Walk This Way - Aerosmith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Sweet Child O' Mine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Another One Bites the Dust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One - Metallica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Highway to Hell - AC/DC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Paradise City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Hotel California - Eagles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All Along the Watchtower - Jimi Hendrix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Enter Sandman - Metallica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Born to Run - Bruce Springsteen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Purple Haze - Jimi Hendrix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Thunder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Back in Black - AC/DC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Free Bird - Lynyrd Skynyrd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November Rain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Smells Like Teen Spirit - Nirvana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Don't Stop Me Now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27 de 40 · 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Smells Like Teen Spirit - Nirvana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Back in Black - AC/DC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Livin' on a Prayer - Bon Jovi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Paradise City - Guns N' Roses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Free Bird - Lynyrd Skynyrd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One - Metallica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Born to Run - Bruce Springsteen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Don't Stop Me Now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Stairway to Heaven - Led Zeppelin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Highway to Hell - AC/DC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All Along the Watchtower - Jimi Hendrix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Hotel California - Eagles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You Give Love a Bad Name - Bon Jovi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Another One Bites the Dust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Purple Haze - Jimi Hendrix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Walk This Way - Aerosmith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November Rain - Guns N' Roses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We Will Rock You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Nothing Else Matters - Metallica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Sweet Home Alabama - Lynyrd Skynyrd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28 de 40 · 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Livin' on a Prayer - Bon Jovi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We Will Rock You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Enter Sandman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One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Highway to Hell - AC/DC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Free Bird - Lynyrd Skynyrd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Sweet Home Alabama - Lynyrd Skynyrd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Hotel California - Eagles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Born to Run - Bruce Springsteen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Nothing Else Matters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You Give Love a Bad Name - Bon Jovi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Another One Bites the Dust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Don't Stop Me Now - Queen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Back in Black - AC/DC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Thunder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Smells Like Teen Spirit - Nirvana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Dream On - Aerosmith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Sweet Child O' Mine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Paradise City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Bohemian Rhapsody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29 de 40 · 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Sweet Child O' Mine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November Rain - Guns N' Roses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Enter Sandman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Another One Bites the Dust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Sweet Home Alabama - Lynyrd Skynyrd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Hotel California - Eagles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Back in Black - AC/DC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We Will Rock You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Born to Run - Bruce Springsteen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Paradise City - Guns N' Roses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Bohemian Rhapsody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Nothing Else Matters - Metallica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Free Bird - Lynyrd Skynyrd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Thunder - AC/DC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Don't Stop Me Now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All Along the Watchtower - Jimi Hendrix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Walk This Way - Aerosmith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Stairway to Heaven - Led Zeppelin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Highway to Hell - AC/DC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Dream On - Aerosmith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30 de 40 · 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31/40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Paradise City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Don't Stop Me Now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Enter Sandman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Sweet Home Alabama - Lynyrd Skynyrd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Stairway to Heaven - Led Zeppelin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November Rain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Another One Bites the Dust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Dream On - Aerosmith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Hotel California - Eagles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Purple Haze - Jimi Hendrix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Bohemian Rhapsody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Sweet Child O' Mine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Thunder - AC/DC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Free Bird - Lynyrd Skynyrd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One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Born to Run - Bruce Springsteen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Highway to Hell - AC/DC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Livin' on a Prayer - Bon Jovi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You Give Love a Bad Name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Smells Like Teen Spirit - Nirvana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31 de 40 · 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32/40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Dream On - Aerosmith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Walk This Way - Aerosmith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Sweet Child O' Mine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Free Bird - Lynyrd Skynyrd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Born to Run - Bruce Springsteen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Don't Stop Me Now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Paradise City - Guns N' Roses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Another One Bites the Dust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You Give Love a Bad Name - Bon Jovi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Enter Sandman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Thunder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We Will Rock You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Sweet Home Alabama - Lynyrd Skynyrd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Highway to Hell - AC/DC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Bohemian Rhapsody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November Rain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Purple Haze - Jimi Hendrix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Livin' on a Prayer - Bon Jovi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Hotel California - Eagles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Smells Like Teen Spirit - Nirvana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32 de 40 · 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33/40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Free Bird - Lynyrd Skynyrd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Don't Stop Me Now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Livin' on a Prayer - Bon Jovi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November Rain - Guns N' Roses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One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You Give Love a Bad Name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Dream On - Aerosmith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Another One Bites the Dust - Queen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We Will Rock You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Born to Run - Bruce Springsteen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Highway to Hell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Walk This Way - Aerosmith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Paradise City - Guns N' Roses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Sweet Child O' Mine - Guns N' Roses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Nothing Else Matters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Back in Black - AC/DC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Smells Like Teen Spirit - Nirvana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Enter Sandman - Metallica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Bohemian Rhapsody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Sweet Home Alabama - Lynyrd Skynyrd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33 de 40 · 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34/40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One - Metallica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Sweet Home Alabama - Lynyrd Skynyrd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Bohemian Rhapsody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Livin' on a Prayer - Bon Jovi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Smells Like Teen Spirit - Nirvana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You Give Love a Bad Name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Enter Sandman - Metallica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Walk This Way - Aerosmith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Sweet Child O' Mine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Paradise City - Guns N' Roses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Stairway to Heaven - Led Zeppelin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All Along the Watchtower - Jimi Hendrix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Purple Haze - Jimi Hendrix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Don't Stop Me Now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Another One Bites the Dust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Nothing Else Matters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Dream On - Aerosmith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Born to Run - Bruce Springsteen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Back in Black - AC/DC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We Will Rock You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34 de 40 · 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35/40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Purple Haze - Jimi Hendrix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We Will Rock You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November Rain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Nothing Else Matters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You Give Love a Bad Name - Bon Jovi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Livin' on a Prayer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All Along the Watchtower - Jimi Hendrix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Thunder - AC/DC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Another One Bites the Dust - Queen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Bohemian Rhapsody - Queen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Smells Like Teen Spirit - Nirvana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Free Bird - Lynyrd Skynyrd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Sweet Home Alabama - Lynyrd Skynyrd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Sweet Child O' Mine - Guns N' Roses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Back in Black - AC/DC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Dream On - Aerosmith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One - Metallica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Highway to Hell - AC/DC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Born to Run - Bruce Springsteen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Paradise City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35 de 40 · 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36/40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Back in Black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Thunder - AC/DC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Bohemian Rhapsody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Another One Bites the Dust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Smells Like Teen Spirit - Nirvana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Livin' on a Prayer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All Along the Watchtower - Jimi Hendrix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Sweet Child O' Mine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November Rain - Guns N' Roses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Highway to Hell - AC/DC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We Will Rock You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Hotel California - Eagles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Walk This Way - Aerosmith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Stairway to Heaven - Led Zeppelin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Nothing Else Matters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Enter Sandman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Born to Run - Bruce Springsteen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Don't Stop Me Now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You Give Love a Bad Name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Sweet Home Alabama - Lynyrd Skynyrd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36 de 40 · 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37/40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We Will Rock You - Queen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Don't Stop Me Now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Smells Like Teen Spirit - Nirvana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Dream On - Aerosmith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Free Bird - Lynyrd Skynyrd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Sweet Home Alabama - Lynyrd Skynyrd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Highway to Hell - AC/DC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Nothing Else Matters - Metallica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Enter Sandman - Metallica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Purple Haze - Jimi Hendrix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November Rain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Thunder - AC/DC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Walk This Way - Aerosmith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Paradise City - Guns N' Roses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You Give Love a Bad Name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Another One Bites the Dust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One - Metallica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Stairway to Heaven - Led Zeppelin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Hotel California - Eagles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Sweet Child O' Mine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37 de 40 · 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38/40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November Rain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You Give Love a Bad Name - Bon Jovi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Born to Run - Bruce Springsteen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Walk This Way - Aerosmith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Free Bird - Lynyrd Skynyrd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Don't Stop Me Now -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Stairway to Heaven - Led Zeppelin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Paradise City - Guns N' Roses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Dream On - Aerosmith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Smells Like Teen Spirit - Nirvana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Sweet Child O' Mine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Thunder - AC/DC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Sweet Home Alabama - Lynyrd Skynyrd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One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Another One Bites the Dust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Enter Sandman - Metallica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Highway to Hell - AC/DC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Bohemian Rhapsody - Queen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Back in Black - AC/DC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Purple Haze - Jimi Hendrix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38 de 40 · bingomusicalgratis.es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39/40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Highway to Hell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Bohemian Rhapsody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One - Metallica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Back in Black - AC/DC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Sweet Child O' Mine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Smells Like Teen Spirit - Nirvana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We Will Rock You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Nothing Else Matters - Metallica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Born to Run - Bruce Springsteen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Livin' on a Prayer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Hotel California - Eagles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Don't Stop Me Now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Walk This Way - Aerosmith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Purple Haze - Jimi Hendrix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Stairway to Heaven - Led Zeppelin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Free Bird - Lynyrd Skynyrd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Thunder - AC/DC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Enter Sandman - Metallica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Another One Bites the Dust - Queen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Paradise City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39 de 40 · bingomusicalgratis.es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Clásico - Grandes (20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731520"/>
            <a:ext cx="5486400" cy="59436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8229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40/40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37160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7160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1. November Rain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62763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62763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2. Nothing Else Matters - Metallica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88366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88366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3. We Will Rock You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13969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13969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4. Purple Haze - Jimi Hendrix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39572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9572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5. Another One Bites the Dust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65176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65176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6. Dream On - Aerosmith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0779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7. You Give Love a Bad Name - Bon Jovi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16382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16382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8. Hotel California - Eagles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1985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1985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9. Highway to Hell - AC/DC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7588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67588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10. Walk This Way - Aerosmith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93192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11. One - Metallica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18795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18795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12. Livin' on a Prayer - Bon Jovi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44398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444398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13. Free Bird - Lynyrd Skynyrd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70001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470001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14. All Along the Watchtower - Jimi Hendrix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65960" y="495604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495604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15. Enter Sandman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5212080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16. Thunder - AC/DC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468112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5468112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17. Born to Run - Bruce Springsteen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5724144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24144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18. Paradise City - Guns N' Roses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5980176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980176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19. Sweet Home Alabama - Lynyrd Skynyrd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60" y="6236208"/>
            <a:ext cx="27432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6236208"/>
            <a:ext cx="4937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900">
                <a:solidFill>
                  <a:srgbClr val="282828"/>
                </a:solidFill>
              </a:defRPr>
            </a:pPr>
            <a:r>
              <a:t>20. Back in Black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40 de 40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