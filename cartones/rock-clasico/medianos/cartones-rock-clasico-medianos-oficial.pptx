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Along the Watchtower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Born to Run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Free Bird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Along the Watchtower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Purple Haze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Home Alabama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 This 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 This 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Born to Run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Home Alabama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Purple Haze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Free Bird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Born to Run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Purple Haze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Free Bird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Along the Watchtower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 This 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Home Alabama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Purple Haze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#007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Free Bird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 This 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Home Alabama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#008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Free Bird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 This 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Along the Watchtower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Born to Run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Home Alabama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Purple Haze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Along the Watchtower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Born to Run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 This 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Born to Run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Home Alabama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#012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Home Alabama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Along the Watchtower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Free Bird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Purple Haze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Free Bird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Along the Watchtower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Free Bird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Born to Run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Purple Haze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Home Alabama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Born to Run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Along the Watchtower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 This 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 This 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Purple Haze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Along the Watchtower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Home Alabama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 This 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Purple Haze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Home Alabama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Free Bird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#019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 This 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Born to Run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Along the Watchtower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Born to Run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Purple Haze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Free Bird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 This 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Born to Run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Free Bird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Home Alabama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Born to Run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Purple Haze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Home Alabama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Along the Watchtower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 This 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Free Bird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Along the Watchtower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 This 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Born to Run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Along the Watchtower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Free Bird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Home Alabama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#027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Born to Run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Free Bird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Home Alabama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Purple Haze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#028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Home Alabama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Along the Watchtower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Purple Haze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Free Bird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Lynyrd Skynyrd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 This 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Purple Haze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Jimi Hendrix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