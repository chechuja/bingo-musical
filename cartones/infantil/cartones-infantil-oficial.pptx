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Estrellita dónde estás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Cinco lobitos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sapo no se lava el pie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vaca Lola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Chocolate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El Barquito Chiquitito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 Shark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Un elefante se balanceaba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 cú cantaba la rana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Pin Pon es un muñeco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Los pollitos dicen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