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A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6366F1"/>
                </a:solidFill>
              </a:defRPr>
            </a:pPr>
            <a:r>
              <a:t>🎵 BINGO MUSICAL - Canciones Infantiles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Cartón 1/60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La vaca Lola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Cinco lobitos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Los pollitos dicen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Chocolate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Pin Pon es un muñeco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El sapo no se lava el pie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Cartón 2/60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Los pollitos dicen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Pin Pon es un muñeco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476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Estrellita dónde estás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476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Cinco lobitos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La vaca Lola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9476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El Barquito Chiquitito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Cartón 3/60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El sapo no se lava el pie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Pin Pon es un muñeco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Cu cú cantaba la rana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084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Un elefante se balanceaba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652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2084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Cumpleaños feliz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084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Chocolate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808080"/>
                </a:solidFill>
              </a:defRPr>
            </a:pPr>
            <a:r>
              <a:t>Diapositiva 1 de 20 · bingomusicalgratis.es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A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6366F1"/>
                </a:solidFill>
              </a:defRPr>
            </a:pPr>
            <a:r>
              <a:t>🎵 BINGO MUSICAL - Canciones Infantiles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Cartón 4/60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Baby Shark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Un elefante se balanceaba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Chocolate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Los pollitos dicen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El Barquito Chiquitito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Estrellita dónde estás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Cartón 5/60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La vaca Lola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Baby Shark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476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Pin Pon es un muñeco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476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Cu cú cantaba la rana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Cumpleaños feliz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9476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Estrellita dónde estás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Cartón 6/60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Estrellita dónde estás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Los pollitos dicen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Cinco lobitos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084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El Barquito Chiquitito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652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2084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Pin Pon es un muñeco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084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El sapo no se lava el pie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808080"/>
                </a:solidFill>
              </a:defRPr>
            </a:pPr>
            <a:r>
              <a:t>Diapositiva 2 de 20 · bingomusicalgratis.es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A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6366F1"/>
                </a:solidFill>
              </a:defRPr>
            </a:pPr>
            <a:r>
              <a:t>🎵 BINGO MUSICAL - Canciones Infantiles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Cartón 7/60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Cumpleaños feliz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Cinco lobitos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Estrellita dónde estás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Baby Shark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Pin Pon es un muñeco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Un elefante se balanceaba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Cartón 8/60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Pin Pon es un muñeco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Un elefante se balanceaba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476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Chocolate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476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Estrellita dónde estás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Baby Shark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9476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Cumpleaños feliz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Cartón 9/60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Baby Shark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Estrellita dónde estás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El Barquito Chiquitito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084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Un elefante se balanceaba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652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2084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Los pollitos dicen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084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Cumpleaños feliz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808080"/>
                </a:solidFill>
              </a:defRPr>
            </a:pPr>
            <a:r>
              <a:t>Diapositiva 3 de 20 · bingomusicalgratis.es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A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6366F1"/>
                </a:solidFill>
              </a:defRPr>
            </a:pPr>
            <a:r>
              <a:t>🎵 BINGO MUSICAL - Canciones Infantiles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Cartón 10/60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Cumpleaños feliz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Chocolate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El Barquito Chiquitito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Pin Pon es un muñeco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Un elefante se balanceaba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Estrellita dónde estás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Cartón 11/60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Los pollitos dicen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Chocolate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476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La vaca Lola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476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Baby Shark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El sapo no se lava el pie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9476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Cinco lobitos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Cartón 12/60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Un elefante se balanceaba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El sapo no se lava el pie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Baby Shark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084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Cinco lobitos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652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2084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El Barquito Chiquitito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084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Estrellita dónde estás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808080"/>
                </a:solidFill>
              </a:defRPr>
            </a:pPr>
            <a:r>
              <a:t>Diapositiva 4 de 20 · bingomusicalgratis.es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A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6366F1"/>
                </a:solidFill>
              </a:defRPr>
            </a:pPr>
            <a:r>
              <a:t>🎵 BINGO MUSICAL - Canciones Infantiles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Cartón 13/60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Estrellita dónde estás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El sapo no se lava el pie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La vaca Lola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Un elefante se balanceaba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El Barquito Chiquitito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Los pollitos dicen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Cartón 14/60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El sapo no se lava el pie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Cinco lobitos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476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Cumpleaños feliz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476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Un elefante se balanceaba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Estrellita dónde estás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9476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Baby Shark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Cartón 15/60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La vaca Lola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El sapo no se lava el pie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Baby Shark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084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El Barquito Chiquitito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652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2084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Los pollitos dicen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084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Cumpleaños feliz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808080"/>
                </a:solidFill>
              </a:defRPr>
            </a:pPr>
            <a:r>
              <a:t>Diapositiva 5 de 20 · bingomusicalgratis.es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A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6366F1"/>
                </a:solidFill>
              </a:defRPr>
            </a:pPr>
            <a:r>
              <a:t>🎵 BINGO MUSICAL - Canciones Infantiles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Cartón 16/60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Un elefante se balanceaba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Estrellita dónde estás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El Barquito Chiquitito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La vaca Lola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Cu cú cantaba la rana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Chocolate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Cartón 17/60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Chocolate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Estrellita dónde estás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476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Cinco lobitos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476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Cumpleaños feliz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La vaca Lola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9476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Los pollitos dicen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Cartón 18/60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Chocolate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Baby Shark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El sapo no se lava el pie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084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Cinco lobitos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652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2084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Un elefante se balanceaba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084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El Barquito Chiquitito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808080"/>
                </a:solidFill>
              </a:defRPr>
            </a:pPr>
            <a:r>
              <a:t>Diapositiva 6 de 20 · bingomusicalgratis.es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A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6366F1"/>
                </a:solidFill>
              </a:defRPr>
            </a:pPr>
            <a:r>
              <a:t>🎵 BINGO MUSICAL - Canciones Infantiles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Cartón 19/60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Los pollitos dicen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Cinco lobitos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El sapo no se lava el pie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La vaca Lola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Estrellita dónde estás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Chocolate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Cartón 20/60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Los pollitos dicen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Chocolate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476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Cumpleaños feliz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476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Pin Pon es un muñeco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Cu cú cantaba la rana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9476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Un elefante se balanceaba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Cartón 21/60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Cu cú cantaba la rana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El sapo no se lava el pie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Un elefante se balanceaba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084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Estrellita dónde estás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652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2084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La vaca Lola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084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Baby Shark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808080"/>
                </a:solidFill>
              </a:defRPr>
            </a:pPr>
            <a:r>
              <a:t>Diapositiva 7 de 20 · bingomusicalgratis.es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A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6366F1"/>
                </a:solidFill>
              </a:defRPr>
            </a:pPr>
            <a:r>
              <a:t>🎵 BINGO MUSICAL - Canciones Infantiles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Cartón 22/60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Chocolate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Cinco lobitos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La vaca Lola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Pin Pon es un muñeco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Estrellita dónde estás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Baby Shark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Cartón 23/60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Pin Pon es un muñeco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Cumpleaños feliz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476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Los pollitos dicen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476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Cinco lobitos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Baby Shark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9476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Chocolate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Cartón 24/60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Un elefante se balanceaba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El Barquito Chiquitito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Los pollitos dicen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084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La vaca Lola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652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2084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Chocolate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084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Pin Pon es un muñeco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808080"/>
                </a:solidFill>
              </a:defRPr>
            </a:pPr>
            <a:r>
              <a:t>Diapositiva 8 de 20 · bingomusicalgratis.es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A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6366F1"/>
                </a:solidFill>
              </a:defRPr>
            </a:pPr>
            <a:r>
              <a:t>🎵 BINGO MUSICAL - Canciones Infantiles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Cartón 25/60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Cumpleaños feliz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Un elefante se balanceaba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Pin Pon es un muñeco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Cu cú cantaba la rana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Chocolate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La vaca Lola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Cartón 26/60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Chocolate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Baby Shark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476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El sapo no se lava el pie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476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El Barquito Chiquitito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Cu cú cantaba la rana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9476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Estrellita dónde estás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Cartón 27/60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El Barquito Chiquitito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Cu cú cantaba la rana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El sapo no se lava el pie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084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Chocolate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652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2084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Baby Shark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084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Los pollitos dicen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808080"/>
                </a:solidFill>
              </a:defRPr>
            </a:pPr>
            <a:r>
              <a:t>Diapositiva 9 de 20 · bingomusicalgratis.es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A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6366F1"/>
                </a:solidFill>
              </a:defRPr>
            </a:pPr>
            <a:r>
              <a:t>🎵 BINGO MUSICAL - Canciones Infantiles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Cartón 28/60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Cinco lobitos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Baby Shark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El Barquito Chiquitito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Un elefante se balanceaba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Estrellita dónde estás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Cu cú cantaba la rana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Cartón 29/60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Chocolate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Los pollitos dicen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476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La vaca Lola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476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El Barquito Chiquitito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Estrellita dónde estás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9476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Baby Shark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Cartón 30/60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La vaca Lola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Estrellita dónde estás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Cu cú cantaba la rana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084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Baby Shark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652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2084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Chocolate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084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Los pollitos dicen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808080"/>
                </a:solidFill>
              </a:defRPr>
            </a:pPr>
            <a:r>
              <a:t>Diapositiva 10 de 20 · bingomusicalgratis.es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A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6366F1"/>
                </a:solidFill>
              </a:defRPr>
            </a:pPr>
            <a:r>
              <a:t>🎵 BINGO MUSICAL - Canciones Infantiles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Cartón 31/60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Chocolate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Pin Pon es un muñeco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Cumpleaños feliz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Cu cú cantaba la rana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Estrellita dónde estás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El Barquito Chiquitito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Cartón 32/60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Chocolate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El Barquito Chiquitito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476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El sapo no se lava el pie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476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Baby Shark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Pin Pon es un muñeco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9476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Cinco lobitos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Cartón 33/60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El sapo no se lava el pie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Los pollitos dicen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Pin Pon es un muñeco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084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Un elefante se balanceaba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652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2084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Cinco lobitos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084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Estrellita dónde estás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808080"/>
                </a:solidFill>
              </a:defRPr>
            </a:pPr>
            <a:r>
              <a:t>Diapositiva 11 de 20 · bingomusicalgratis.es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A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6366F1"/>
                </a:solidFill>
              </a:defRPr>
            </a:pPr>
            <a:r>
              <a:t>🎵 BINGO MUSICAL - Canciones Infantiles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Cartón 34/60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Cu cú cantaba la rana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Un elefante se balanceaba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Chocolate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Cinco lobitos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Pin Pon es un muñeco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Los pollitos dicen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Cartón 35/60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Estrellita dónde estás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Los pollitos dicen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476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Chocolate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476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El sapo no se lava el pie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Cumpleaños feliz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9476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Pin Pon es un muñeco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Cartón 36/60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Cumpleaños feliz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El sapo no se lava el pie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El Barquito Chiquitito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084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Estrellita dónde estás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652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2084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Cu cú cantaba la rana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084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Pin Pon es un muñeco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808080"/>
                </a:solidFill>
              </a:defRPr>
            </a:pPr>
            <a:r>
              <a:t>Diapositiva 12 de 20 · bingomusicalgratis.es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A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6366F1"/>
                </a:solidFill>
              </a:defRPr>
            </a:pPr>
            <a:r>
              <a:t>🎵 BINGO MUSICAL - Canciones Infantiles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Cartón 37/60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El Barquito Chiquitito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Cumpleaños feliz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Baby Shark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Estrellita dónde estás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Los pollitos dicen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La vaca Lola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Cartón 38/60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El sapo no se lava el pie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Chocolate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476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El Barquito Chiquitito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476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Los pollitos dicen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Un elefante se balanceaba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9476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Cu cú cantaba la rana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Cartón 39/60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Chocolate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Un elefante se balanceaba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Los pollitos dicen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084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Estrellita dónde estás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652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2084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La vaca Lola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084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Cu cú cantaba la rana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808080"/>
                </a:solidFill>
              </a:defRPr>
            </a:pPr>
            <a:r>
              <a:t>Diapositiva 13 de 20 · bingomusicalgratis.es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A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6366F1"/>
                </a:solidFill>
              </a:defRPr>
            </a:pPr>
            <a:r>
              <a:t>🎵 BINGO MUSICAL - Canciones Infantiles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Cartón 40/60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Pin Pon es un muñeco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Chocolate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El Barquito Chiquitito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Cumpleaños feliz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Los pollitos dicen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Un elefante se balanceaba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Cartón 41/60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Los pollitos dicen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Cumpleaños feliz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476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Un elefante se balanceaba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476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El sapo no se lava el pie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El Barquito Chiquitito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9476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La vaca Lola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Cartón 42/60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Baby Shark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Cumpleaños feliz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Cu cú cantaba la rana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084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El Barquito Chiquitito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652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2084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Los pollitos dicen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084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Un elefante se balanceaba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808080"/>
                </a:solidFill>
              </a:defRPr>
            </a:pPr>
            <a:r>
              <a:t>Diapositiva 14 de 20 · bingomusicalgratis.es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A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6366F1"/>
                </a:solidFill>
              </a:defRPr>
            </a:pPr>
            <a:r>
              <a:t>🎵 BINGO MUSICAL - Canciones Infantiles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Cartón 43/60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Cumpleaños feliz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Los pollitos dicen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Estrellita dónde estás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El Barquito Chiquitito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Baby Shark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El sapo no se lava el pie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Cartón 44/60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La vaca Lola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Pin Pon es un muñeco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476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Cinco lobitos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476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El Barquito Chiquitito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Los pollitos dicen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9476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Chocolate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Cartón 45/60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Los pollitos dicen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Cumpleaños feliz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Pin Pon es un muñeco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084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La vaca Lola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652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2084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Chocolate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084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Un elefante se balanceaba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808080"/>
                </a:solidFill>
              </a:defRPr>
            </a:pPr>
            <a:r>
              <a:t>Diapositiva 15 de 20 · bingomusicalgratis.es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A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6366F1"/>
                </a:solidFill>
              </a:defRPr>
            </a:pPr>
            <a:r>
              <a:t>🎵 BINGO MUSICAL - Canciones Infantiles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Cartón 46/60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Cinco lobitos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El sapo no se lava el pie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Un elefante se balanceaba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Los pollitos dicen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Baby Shark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Cu cú cantaba la rana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Cartón 47/60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Un elefante se balanceaba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Los pollitos dicen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476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El Barquito Chiquitito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476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Chocolate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La vaca Lola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9476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Estrellita dónde estás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Cartón 48/60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El sapo no se lava el pie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Estrellita dónde estás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Baby Shark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084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Pin Pon es un muñeco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652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2084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Cu cú cantaba la rana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084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Un elefante se balanceaba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808080"/>
                </a:solidFill>
              </a:defRPr>
            </a:pPr>
            <a:r>
              <a:t>Diapositiva 16 de 20 · bingomusicalgratis.es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A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6366F1"/>
                </a:solidFill>
              </a:defRPr>
            </a:pPr>
            <a:r>
              <a:t>🎵 BINGO MUSICAL - Canciones Infantiles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Cartón 49/60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El sapo no se lava el pie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Estrellita dónde estás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El Barquito Chiquitito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Cinco lobitos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Un elefante se balanceaba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La vaca Lola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Cartón 50/60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Cu cú cantaba la rana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Pin Pon es un muñeco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476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Los pollitos dicen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476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Cumpleaños feliz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El sapo no se lava el pie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9476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Cinco lobitos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Cartón 51/60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Los pollitos dicen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Cu cú cantaba la rana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Pin Pon es un muñeco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084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Cinco lobitos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652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2084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El sapo no se lava el pie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084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Chocolate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808080"/>
                </a:solidFill>
              </a:defRPr>
            </a:pPr>
            <a:r>
              <a:t>Diapositiva 17 de 20 · bingomusicalgratis.es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A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6366F1"/>
                </a:solidFill>
              </a:defRPr>
            </a:pPr>
            <a:r>
              <a:t>🎵 BINGO MUSICAL - Canciones Infantiles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Cartón 52/60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Cinco lobitos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Cumpleaños feliz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Cu cú cantaba la rana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Pin Pon es un muñeco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Un elefante se balanceaba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El sapo no se lava el pie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Cartón 53/60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Pin Pon es un muñeco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Cumpleaños feliz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476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Estrellita dónde estás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476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Los pollitos dicen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Baby Shark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9476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Chocolate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Cartón 54/60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Cumpleaños feliz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Pin Pon es un muñeco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Chocolate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084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Los pollitos dicen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652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2084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El Barquito Chiquitito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084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Baby Shark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808080"/>
                </a:solidFill>
              </a:defRPr>
            </a:pPr>
            <a:r>
              <a:t>Diapositiva 18 de 20 · bingomusicalgratis.es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A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6366F1"/>
                </a:solidFill>
              </a:defRPr>
            </a:pPr>
            <a:r>
              <a:t>🎵 BINGO MUSICAL - Canciones Infantiles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Cartón 55/60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Cinco lobitos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Cumpleaños feliz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Un elefante se balanceaba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Pin Pon es un muñeco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El Barquito Chiquitito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La vaca Lola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Cartón 56/60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La vaca Lola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Baby Shark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476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Estrellita dónde estás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476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Pin Pon es un muñeco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El sapo no se lava el pie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9476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Un elefante se balanceaba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Cartón 57/60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La vaca Lola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Los pollitos dicen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Chocolate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084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Pin Pon es un muñeco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652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2084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Estrellita dónde estás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084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Un elefante se balanceaba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808080"/>
                </a:solidFill>
              </a:defRPr>
            </a:pPr>
            <a:r>
              <a:t>Diapositiva 19 de 20 · bingomusicalgratis.es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A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6366F1"/>
                </a:solidFill>
              </a:defRPr>
            </a:pPr>
            <a:r>
              <a:t>🎵 BINGO MUSICAL - Canciones Infantiles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Cartón 58/60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El sapo no se lava el pie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La vaca Lola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Cu cú cantaba la rana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Cinco lobitos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Chocolate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El Barquito Chiquitito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Cartón 59/60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La vaca Lola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Cumpleaños feliz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476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Cu cú cantaba la rana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476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El Barquito Chiquitito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Cinco lobitos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9476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Baby Shark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1097280"/>
            <a:ext cx="2743200" cy="502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1188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Cartón 60/60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17373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17373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1. Chocolate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237743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237743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2. El sapo no se lava el pie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301752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301752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3. Baby Shark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365759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0840" y="365759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4. Cu cú cantaba la rana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6520" y="4297679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20840" y="4297679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5. Los pollitos dicen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4937760"/>
            <a:ext cx="274320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CD34D"/>
                </a:solidFill>
              </a:defRPr>
            </a:pPr>
            <a:r>
              <a:t>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0840" y="4937760"/>
            <a:ext cx="21945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100">
                <a:solidFill>
                  <a:srgbClr val="282828"/>
                </a:solidFill>
              </a:defRPr>
            </a:pPr>
            <a:r>
              <a:t>6. Cinco lobitos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808080"/>
                </a:solidFill>
              </a:defRPr>
            </a:pPr>
            <a:r>
              <a:t>Diapositiva 20 de 20 · bingomusicalgratis.es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