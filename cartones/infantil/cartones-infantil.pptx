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🎵 BINGO MUSICAL - Canciones Infantiles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1/60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La vaca Lola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Cinco lobitos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Los pollitos dicen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Chocolate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Pin Pon es un muñeco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El sapo no se lava el pie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2/60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Los pollitos dicen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Pin Pon es un muñeco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Estrellita dónde estás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Cinco lobitos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La vaca Lola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El Barquito Chiquitito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3/60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El sapo no se lava el pie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Pin Pon es un muñeco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Cu cú cantaba la rana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Un elefante se balanceaba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Cumpleaños feliz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Chocolate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 de 20 · 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🎵 BINGO MUSICAL - Canciones Infantiles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4/60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Baby Shark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Un elefante se balanceaba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Chocolate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Los pollitos dicen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El Barquito Chiquitito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Estrellita dónde estás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5/60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La vaca Lola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Baby Shark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Pin Pon es un muñeco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Cu cú cantaba la rana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Cumpleaños feliz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Estrellita dónde estás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6/60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Estrellita dónde estás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Los pollitos dicen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Cinco lobitos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El Barquito Chiquitito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Pin Pon es un muñeco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El sapo no se lava el pie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 de 20 · 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🎵 BINGO MUSICAL - Canciones Infantiles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7/60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Cumpleaños feliz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Cinco lobitos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Estrellita dónde estás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Baby Shark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Pin Pon es un muñeco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Un elefante se balanceaba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8/60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Pin Pon es un muñeco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Un elefante se balanceaba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Chocolate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Estrellita dónde estás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Baby Shark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Cumpleaños feliz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9/60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Baby Shark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Estrellita dónde estás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El Barquito Chiquitito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Un elefante se balanceaba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Los pollitos dicen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Cumpleaños feliz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 de 20 · 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🎵 BINGO MUSICAL - Canciones Infantiles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10/60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Cumpleaños feliz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Chocolate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El Barquito Chiquitito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Pin Pon es un muñeco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Un elefante se balanceaba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Estrellita dónde estás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11/60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Los pollitos dicen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Chocolate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La vaca Lola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Baby Shark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El sapo no se lava el pie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Cinco lobitos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12/60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Un elefante se balanceaba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El sapo no se lava el pie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Baby Shark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Cinco lobitos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El Barquito Chiquitito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Estrellita dónde estás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4 de 20 · 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🎵 BINGO MUSICAL - Canciones Infantiles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13/60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Estrellita dónde estás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El sapo no se lava el pie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La vaca Lola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Un elefante se balanceaba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El Barquito Chiquitito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Los pollitos dicen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14/60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El sapo no se lava el pie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Cinco lobitos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Cumpleaños feliz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Un elefante se balanceaba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Estrellita dónde estás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Baby Shark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15/60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La vaca Lola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El sapo no se lava el pie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Baby Shark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El Barquito Chiquitito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Los pollitos dicen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Cumpleaños feliz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5 de 20 · 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🎵 BINGO MUSICAL - Canciones Infantiles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16/60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Un elefante se balanceaba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Estrellita dónde estás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El Barquito Chiquitito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La vaca Lola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Cu cú cantaba la rana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Chocolate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17/60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Chocolate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Estrellita dónde estás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Cinco lobitos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Cumpleaños feliz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La vaca Lola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Los pollitos dicen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18/60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Chocolate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Baby Shark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El sapo no se lava el pie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Cinco lobitos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Un elefante se balanceaba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El Barquito Chiquitito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6 de 20 · 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🎵 BINGO MUSICAL - Canciones Infantiles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19/60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Los pollitos dicen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Cinco lobitos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El sapo no se lava el pie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La vaca Lola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Estrellita dónde estás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Chocolate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20/60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Los pollitos dicen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Chocolate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Cumpleaños feliz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Pin Pon es un muñeco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Cu cú cantaba la rana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Un elefante se balanceaba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21/60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Cu cú cantaba la rana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El sapo no se lava el pie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Un elefante se balanceaba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Estrellita dónde estás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La vaca Lola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Baby Shark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7 de 20 · 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🎵 BINGO MUSICAL - Canciones Infantiles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22/60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Chocolate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Cinco lobitos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La vaca Lola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Pin Pon es un muñeco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Estrellita dónde estás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Baby Shark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23/60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Pin Pon es un muñeco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Cumpleaños feliz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Los pollitos dicen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Cinco lobitos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Baby Shark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Chocolate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24/60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Un elefante se balanceaba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El Barquito Chiquitito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Los pollitos dicen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La vaca Lola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Chocolate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Pin Pon es un muñeco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8 de 20 · bingomusicalgratis.es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🎵 BINGO MUSICAL - Canciones Infantiles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25/60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Cumpleaños feliz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Un elefante se balanceaba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Pin Pon es un muñeco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Cu cú cantaba la rana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Chocolate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La vaca Lola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26/60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Chocolate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Baby Shark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El sapo no se lava el pie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El Barquito Chiquitito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Cu cú cantaba la rana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Estrellita dónde estás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27/60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El Barquito Chiquitito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Cu cú cantaba la rana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El sapo no se lava el pie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Chocolate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Baby Shark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Los pollitos dicen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9 de 20 · bingomusicalgratis.es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🎵 BINGO MUSICAL - Canciones Infantiles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28/60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Cinco lobitos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Baby Shark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El Barquito Chiquitito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Un elefante se balanceaba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Estrellita dónde estás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Cu cú cantaba la rana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29/60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Chocolate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Los pollitos dicen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La vaca Lola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El Barquito Chiquitito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Estrellita dónde estás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Baby Shark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30/60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La vaca Lola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Estrellita dónde estás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Cu cú cantaba la rana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Baby Shark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Chocolate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Los pollitos dicen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10 de 20 · bingomusicalgratis.es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🎵 BINGO MUSICAL - Canciones Infantiles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31/60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Chocolate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Pin Pon es un muñeco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Cumpleaños feliz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Cu cú cantaba la rana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Estrellita dónde estás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El Barquito Chiquitito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32/60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Chocolate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El Barquito Chiquitito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El sapo no se lava el pie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Baby Shark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Pin Pon es un muñeco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Cinco lobitos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33/60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El sapo no se lava el pie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Los pollitos dicen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Pin Pon es un muñeco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Un elefante se balanceaba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Cinco lobitos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Estrellita dónde estás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11 de 20 · bingomusicalgratis.es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🎵 BINGO MUSICAL - Canciones Infantiles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34/60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Cu cú cantaba la rana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Un elefante se balanceaba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Chocolate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Cinco lobitos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Pin Pon es un muñeco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Los pollitos dicen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35/60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Estrellita dónde estás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Los pollitos dicen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Chocolate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El sapo no se lava el pie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Cumpleaños feliz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Pin Pon es un muñeco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36/60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Cumpleaños feliz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El sapo no se lava el pie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El Barquito Chiquitito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Estrellita dónde estás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Cu cú cantaba la rana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Pin Pon es un muñeco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12 de 20 · bingomusicalgratis.es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🎵 BINGO MUSICAL - Canciones Infantiles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37/60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El Barquito Chiquitito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Cumpleaños feliz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Baby Shark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Estrellita dónde estás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Los pollitos dicen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La vaca Lola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38/60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El sapo no se lava el pie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Chocolate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El Barquito Chiquitito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Los pollitos dicen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Un elefante se balanceaba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Cu cú cantaba la rana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39/60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Chocolate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Un elefante se balanceaba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Los pollitos dicen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Estrellita dónde estás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La vaca Lola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Cu cú cantaba la rana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13 de 20 · bingomusicalgratis.es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🎵 BINGO MUSICAL - Canciones Infantiles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40/60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Pin Pon es un muñeco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Chocolate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El Barquito Chiquitito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Cumpleaños feliz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Los pollitos dicen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Un elefante se balanceaba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41/60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Los pollitos dicen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Cumpleaños feliz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Un elefante se balanceaba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El sapo no se lava el pie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El Barquito Chiquitito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La vaca Lola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42/60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Baby Shark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Cumpleaños feliz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Cu cú cantaba la rana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El Barquito Chiquitito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Los pollitos dicen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Un elefante se balanceaba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14 de 20 · bingomusicalgratis.es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🎵 BINGO MUSICAL - Canciones Infantiles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43/60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Cumpleaños feliz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Los pollitos dicen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Estrellita dónde estás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El Barquito Chiquitito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Baby Shark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El sapo no se lava el pie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44/60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La vaca Lola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Pin Pon es un muñeco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Cinco lobitos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El Barquito Chiquitito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Los pollitos dicen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Chocolate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45/60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Los pollitos dicen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Cumpleaños feliz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Pin Pon es un muñeco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La vaca Lola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Chocolate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Un elefante se balanceaba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15 de 20 · bingomusicalgratis.es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🎵 BINGO MUSICAL - Canciones Infantiles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46/60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Cinco lobitos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El sapo no se lava el pie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Un elefante se balanceaba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Los pollitos dicen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Baby Shark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Cu cú cantaba la rana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47/60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Un elefante se balanceaba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Los pollitos dicen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El Barquito Chiquitito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Chocolate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La vaca Lola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Estrellita dónde estás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48/60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El sapo no se lava el pie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Estrellita dónde estás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Baby Shark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Pin Pon es un muñeco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Cu cú cantaba la rana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Un elefante se balanceaba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16 de 20 · bingomusicalgratis.es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🎵 BINGO MUSICAL - Canciones Infantiles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49/60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El sapo no se lava el pie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Estrellita dónde estás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El Barquito Chiquitito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Cinco lobitos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Un elefante se balanceaba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La vaca Lola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50/60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Cu cú cantaba la rana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Pin Pon es un muñeco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Los pollitos dicen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Cumpleaños feliz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El sapo no se lava el pie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Cinco lobitos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51/60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Los pollitos dicen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Cu cú cantaba la rana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Pin Pon es un muñeco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Cinco lobitos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El sapo no se lava el pie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Chocolate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17 de 20 · bingomusicalgratis.es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🎵 BINGO MUSICAL - Canciones Infantiles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52/60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Cinco lobitos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Cumpleaños feliz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Cu cú cantaba la rana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Pin Pon es un muñeco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Un elefante se balanceaba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El sapo no se lava el pie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53/60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Pin Pon es un muñeco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Cumpleaños feliz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Estrellita dónde estás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Los pollitos dicen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Baby Shark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Chocolate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54/60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Cumpleaños feliz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Pin Pon es un muñeco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Chocolate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Los pollitos dicen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El Barquito Chiquitito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Baby Shark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18 de 20 · bingomusicalgratis.es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🎵 BINGO MUSICAL - Canciones Infantiles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55/60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Cinco lobitos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Cumpleaños feliz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Un elefante se balanceaba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Pin Pon es un muñeco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El Barquito Chiquitito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La vaca Lola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56/60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La vaca Lola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Baby Shark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Estrellita dónde estás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Pin Pon es un muñeco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El sapo no se lava el pie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Un elefante se balanceaba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57/60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La vaca Lola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Los pollitos dicen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Chocolate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Pin Pon es un muñeco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Estrellita dónde estás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Un elefante se balanceaba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19 de 20 · bingomusicalgratis.es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🎵 BINGO MUSICAL - Canciones Infantiles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58/60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El sapo no se lava el pie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La vaca Lola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Cu cú cantaba la rana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Cinco lobitos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Chocolate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El Barquito Chiquitito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59/60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La vaca Lola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Cumpleaños feliz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Cu cú cantaba la rana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El Barquito Chiquitito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Cinco lobitos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Baby Shark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Cartón 60/60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Chocolate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El sapo no se lava el pie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Baby Shark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Cu cú cantaba la rana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Los pollitos dicen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Cinco lobitos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20 de 20 · 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