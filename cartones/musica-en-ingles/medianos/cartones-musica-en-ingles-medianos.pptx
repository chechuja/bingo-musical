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E40AF"/>
                </a:solidFill>
              </a:defRPr>
            </a:pPr>
            <a:r>
              <a:t>🎵 BINGO MUSICAL - Música en Inglés - Medianos (12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Cartón 1/30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Dynamite - BTS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Bad Guy - Billie Eilish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Rolling in the Deep - Adele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Uptown Funk - Mark Ronson ft. Bruno Mars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Blinding Lights - The Weeknd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Hello - Adele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Shape of You - Ed Sheeran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Radioactive - Imagine Dragons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Someone You Loved - Lewis Capaldi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Can't Stop the Feeling - Justin Timberlake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Shallow - Lady Gaga &amp; Bradley Cooper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Levitating - Dua Lipa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Cartón 2/30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Someone You Loved - Lewis Capaldi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63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06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Butter - BTS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406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Shape of You - Ed Sheeran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663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Thunder - Imagine Dragons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663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406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Believer - Imagine Dragons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663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406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Uptown Funk - Mark Ronson ft. Bruno Mars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663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406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Sunflower - Post Malone &amp; Swae Lee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663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406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Bad Guy - Billie Eilish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663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406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Stay With Me - Sam Smith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663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06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Hello - Adele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663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06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Dynamite - BTS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663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406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Counting Stars - OneRepublic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 de 15 · bingomusicalgratis.es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E40AF"/>
                </a:solidFill>
              </a:defRPr>
            </a:pPr>
            <a:r>
              <a:t>🎵 BINGO MUSICAL - Música en Inglés - Medianos (12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Cartón 3/30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Someone You Loved - Lewis Capaldi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Rolling in the Deep - Adele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Counting Stars - OneRepublic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Shape of You - Ed Sheeran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As It Was - Harry Styles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Stay With Me - Sam Smith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Believer - Imagine Dragons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Sunflower - Post Malone &amp; Swae Lee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Uptown Funk - Mark Ronson ft. Bruno Mars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Someone Like You - Adele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Bad Guy - Billie Eilish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Thunder - Imagine Dragons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Cartón 4/30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Levitating - Dua Lipa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63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06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Therefore I Am - Billie Eilish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406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Someone You Loved - Lewis Capaldi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663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Flowers - Miley Cyrus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663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406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Radioactive - Imagine Dragons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663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406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Blinding Lights - The Weeknd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663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406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Uptown Funk - Mark Ronson ft. Bruno Mars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663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406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Watermelon Sugar - Harry Styles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663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406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Thunder - Imagine Dragons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663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06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Circles - Post Malone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663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06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Rolling in the Deep - Adele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663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406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Happy - Pharrell Williams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2 de 15 · bingomusicalgratis.es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E40AF"/>
                </a:solidFill>
              </a:defRPr>
            </a:pPr>
            <a:r>
              <a:t>🎵 BINGO MUSICAL - Música en Inglés - Medianos (12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Cartón 5/30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Someone You Loved - Lewis Capaldi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Uptown Funk - Mark Ronson ft. Bruno Mars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Therefore I Am - Billie Eilish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Happy - Pharrell Williams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Shape of You - Ed Sheeran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Circles - Post Malone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Someone Like You - Adele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Can't Stop the Feeling - Justin Timberlake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Bad Guy - Billie Eilish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Flowers - Miley Cyrus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Blinding Lights - The Weeknd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As It Was - Harry Styles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Cartón 6/30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Radioactive - Imagine Dragons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63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06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Rolling in the Deep - Adele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406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Levitating - Dua Lipa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663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Hello - Adele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663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406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Thunder - Imagine Dragons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663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406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Sunflower - Post Malone &amp; Swae Lee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663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406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Bad Guy - Billie Eilish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663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406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Butter - BTS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663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406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Someone You Loved - Lewis Capaldi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663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06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Stay With Me - Sam Smith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663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06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Believer - Imagine Dragons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663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406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Dynamite - BTS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3 de 15 · bingomusicalgratis.es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E40AF"/>
                </a:solidFill>
              </a:defRPr>
            </a:pPr>
            <a:r>
              <a:t>🎵 BINGO MUSICAL - Música en Inglés - Medianos (12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Cartón 7/30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Bad Guy - Billie Eilish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Rolling in the Deep - Adele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Thunder - Imagine Dragons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Shape of You - Ed Sheeran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Sunflower - Post Malone &amp; Swae Lee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Flowers - Miley Cyrus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Uptown Funk - Mark Ronson ft. Bruno Mars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Counting Stars - OneRepublic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Therefore I Am - Billie Eilish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Stay With Me - Sam Smith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Shallow - Lady Gaga &amp; Bradley Cooper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Happy - Pharrell Williams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Cartón 8/30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Someone Like You - Adele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63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06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As It Was - Harry Styles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406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Butter - BTS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663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Bad Guy - Billie Eilish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663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406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Shape of You - Ed Sheeran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663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406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Hello - Adele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663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406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Rolling in the Deep - Adele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663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406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Radioactive - Imagine Dragons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663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406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Counting Stars - OneRepublic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663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06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Thunder - Imagine Dragons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663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06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Uptown Funk - Mark Ronson ft. Bruno Mars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663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406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Watermelon Sugar - Harry Styles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4 de 15 · bingomusicalgratis.es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E40AF"/>
                </a:solidFill>
              </a:defRPr>
            </a:pPr>
            <a:r>
              <a:t>🎵 BINGO MUSICAL - Música en Inglés - Medianos (12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Cartón 9/30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As It Was - Harry Styles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Counting Stars - OneRepublic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Can't Stop the Feeling - Justin Timberlake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Thunder - Imagine Dragons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Shape of You - Ed Sheeran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Happy - Pharrell Williams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Rolling in the Deep - Adele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Radioactive - Imagine Dragons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Someone Like You - Adele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Believer - Imagine Dragons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Someone You Loved - Lewis Capaldi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Dynamite - BTS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Cartón 10/30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Happy - Pharrell Williams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63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06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Someone You Loved - Lewis Capaldi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406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Sunflower - Post Malone &amp; Swae Lee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663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Believer - Imagine Dragons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663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406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Flowers - Miley Cyrus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663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406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Dynamite - BTS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663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406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Rolling in the Deep - Adele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663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406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Circles - Post Malone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663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406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Someone Like You - Adele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663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06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Can't Stop the Feeling - Justin Timberlake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663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06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Thunder - Imagine Dragons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663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406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Levitating - Dua Lipa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5 de 15 · bingomusicalgratis.es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E40AF"/>
                </a:solidFill>
              </a:defRPr>
            </a:pPr>
            <a:r>
              <a:t>🎵 BINGO MUSICAL - Música en Inglés - Medianos (12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Cartón 11/30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Therefore I Am - Billie Eilish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Blinding Lights - The Weeknd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Flowers - Miley Cyrus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Bad Guy - Billie Eilish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Dynamite - BTS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Butter - BTS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As It Was - Harry Styles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Shallow - Lady Gaga &amp; Bradley Cooper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Shape of You - Ed Sheeran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Someone You Loved - Lewis Capaldi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Sunflower - Post Malone &amp; Swae Lee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Believer - Imagine Dragons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Cartón 12/30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Therefore I Am - Billie Eilish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63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06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Dynamite - BTS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406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Someone Like You - Adele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663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Butter - BTS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663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406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Believer - Imagine Dragons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663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406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Can't Stop the Feeling - Justin Timberlake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663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406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Levitating - Dua Lipa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663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406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Circles - Post Malone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663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406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Sunflower - Post Malone &amp; Swae Lee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663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06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Rolling in the Deep - Adele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663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06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Counting Stars - OneRepublic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663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406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Watermelon Sugar - Harry Styles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6 de 15 · bingomusicalgratis.es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E40AF"/>
                </a:solidFill>
              </a:defRPr>
            </a:pPr>
            <a:r>
              <a:t>🎵 BINGO MUSICAL - Música en Inglés - Medianos (12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Cartón 13/30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Radioactive - Imagine Dragons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Flowers - Miley Cyrus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Therefore I Am - Billie Eilish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Dynamite - BTS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Someone You Loved - Lewis Capaldi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Happy - Pharrell Williams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Shallow - Lady Gaga &amp; Bradley Cooper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Hello - Adele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As It Was - Harry Styles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Watermelon Sugar - Harry Styles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Circles - Post Malone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Blinding Lights - The Weeknd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Cartón 14/30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Shallow - Lady Gaga &amp; Bradley Cooper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63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06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Happy - Pharrell Williams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406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Sunflower - Post Malone &amp; Swae Lee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663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Circles - Post Malone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663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406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Rolling in the Deep - Adele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663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406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Bad Guy - Billie Eilish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663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406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Butter - BTS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663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406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Believer - Imagine Dragons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663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406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Watermelon Sugar - Harry Styles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663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06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Counting Stars - OneRepublic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663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06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Can't Stop the Feeling - Justin Timberlake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663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406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Dynamite - BTS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7 de 15 · bingomusicalgratis.es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E40AF"/>
                </a:solidFill>
              </a:defRPr>
            </a:pPr>
            <a:r>
              <a:t>🎵 BINGO MUSICAL - Música en Inglés - Medianos (12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Cartón 15/30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Shallow - Lady Gaga &amp; Bradley Cooper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Levitating - Dua Lipa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Someone You Loved - Lewis Capaldi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Stay With Me - Sam Smith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Someone Like You - Adele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Counting Stars - OneRepublic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Shape of You - Ed Sheeran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Hello - Adele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Watermelon Sugar - Harry Styles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Believer - Imagine Dragons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Happy - Pharrell Williams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Circles - Post Malone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Cartón 16/30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Hello - Adele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63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06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Counting Stars - OneRepublic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406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Bad Guy - Billie Eilish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663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Believer - Imagine Dragons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663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406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Flowers - Miley Cyrus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663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406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Therefore I Am - Billie Eilish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663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406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As It Was - Harry Styles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663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406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Stay With Me - Sam Smith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663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406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Someone Like You - Adele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663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06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Dynamite - BTS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663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06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Rolling in the Deep - Adele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663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406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Uptown Funk - Mark Ronson ft. Bruno Mars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8 de 15 · bingomusicalgratis.es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E40AF"/>
                </a:solidFill>
              </a:defRPr>
            </a:pPr>
            <a:r>
              <a:t>🎵 BINGO MUSICAL - Música en Inglés - Medianos (12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Cartón 17/30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Can't Stop the Feeling - Justin Timberlake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Shallow - Lady Gaga &amp; Bradley Cooper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Someone Like You - Adele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Watermelon Sugar - Harry Styles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Sunflower - Post Malone &amp; Swae Lee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Radioactive - Imagine Dragons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Counting Stars - OneRepublic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Flowers - Miley Cyrus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Butter - BTS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Levitating - Dua Lipa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Someone You Loved - Lewis Capaldi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Shape of You - Ed Sheeran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Cartón 18/30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Hello - Adele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63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06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Therefore I Am - Billie Eilish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406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Butter - BTS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663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As It Was - Harry Styles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663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406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Levitating - Dua Lipa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663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406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Counting Stars - OneRepublic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663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406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Can't Stop the Feeling - Justin Timberlake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663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406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Thunder - Imagine Dragons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663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406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Flowers - Miley Cyrus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663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06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Sunflower - Post Malone &amp; Swae Lee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663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06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Someone Like You - Adele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663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406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Dynamite - BTS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9 de 15 · bingomusicalgratis.es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E40AF"/>
                </a:solidFill>
              </a:defRPr>
            </a:pPr>
            <a:r>
              <a:t>🎵 BINGO MUSICAL - Música en Inglés - Medianos (12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Cartón 19/30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Thunder - Imagine Dragons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Dynamite - BTS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Believer - Imagine Dragons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Rolling in the Deep - Adele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Levitating - Dua Lipa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Shape of You - Ed Sheeran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Sunflower - Post Malone &amp; Swae Lee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Radioactive - Imagine Dragons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Watermelon Sugar - Harry Styles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As It Was - Harry Styles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Hello - Adele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Therefore I Am - Billie Eilish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Cartón 20/30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Stay With Me - Sam Smith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63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06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Someone Like You - Adele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406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Uptown Funk - Mark Ronson ft. Bruno Mars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663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Watermelon Sugar - Harry Styles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663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406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Hello - Adele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663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406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Levitating - Dua Lipa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663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406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Rolling in the Deep - Adele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663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406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Believer - Imagine Dragons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663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406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Can't Stop the Feeling - Justin Timberlake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663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06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Butter - BTS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663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06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Shallow - Lady Gaga &amp; Bradley Cooper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663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406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Happy - Pharrell Williams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10 de 15 · bingomusicalgratis.es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E40AF"/>
                </a:solidFill>
              </a:defRPr>
            </a:pPr>
            <a:r>
              <a:t>🎵 BINGO MUSICAL - Música en Inglés - Medianos (12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Cartón 21/30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Counting Stars - OneRepublic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Shape of You - Ed Sheeran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Hello - Adele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Dynamite - BTS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Circles - Post Malone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Someone You Loved - Lewis Capaldi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Blinding Lights - The Weeknd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Therefore I Am - Billie Eilish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Shallow - Lady Gaga &amp; Bradley Cooper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Sunflower - Post Malone &amp; Swae Lee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Uptown Funk - Mark Ronson ft. Bruno Mars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Believer - Imagine Dragons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Cartón 22/30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Someone Like You - Adele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63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06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Thunder - Imagine Dragons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406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Shallow - Lady Gaga &amp; Bradley Cooper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663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Dynamite - BTS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663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406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Uptown Funk - Mark Ronson ft. Bruno Mars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663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406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As It Was - Harry Styles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663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406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Butter - BTS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663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406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Believer - Imagine Dragons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663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406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Flowers - Miley Cyrus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663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06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Circles - Post Malone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663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06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Can't Stop the Feeling - Justin Timberlake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663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406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Someone You Loved - Lewis Capaldi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11 de 15 · bingomusicalgratis.es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E40AF"/>
                </a:solidFill>
              </a:defRPr>
            </a:pPr>
            <a:r>
              <a:t>🎵 BINGO MUSICAL - Música en Inglés - Medianos (12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Cartón 23/30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Radioactive - Imagine Dragons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As It Was - Harry Styles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Levitating - Dua Lipa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Flowers - Miley Cyrus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Bad Guy - Billie Eilish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Watermelon Sugar - Harry Styles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Someone You Loved - Lewis Capaldi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Shape of You - Ed Sheeran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Butter - BTS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Rolling in the Deep - Adele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Circles - Post Malone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Can't Stop the Feeling - Justin Timberlake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Cartón 24/30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Watermelon Sugar - Harry Styles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63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06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Sunflower - Post Malone &amp; Swae Lee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406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Butter - BTS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663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Stay With Me - Sam Smith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663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406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Shallow - Lady Gaga &amp; Bradley Cooper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663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406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Radioactive - Imagine Dragons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663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406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Can't Stop the Feeling - Justin Timberlake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663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406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Someone Like You - Adele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663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406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Levitating - Dua Lipa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663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06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Believer - Imagine Dragons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663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06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Circles - Post Malone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663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406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Uptown Funk - Mark Ronson ft. Bruno Mars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12 de 15 · bingomusicalgratis.es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E40AF"/>
                </a:solidFill>
              </a:defRPr>
            </a:pPr>
            <a:r>
              <a:t>🎵 BINGO MUSICAL - Música en Inglés - Medianos (12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Cartón 25/30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Radioactive - Imagine Dragons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Circles - Post Malone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Shape of You - Ed Sheeran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Counting Stars - OneRepublic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Someone You Loved - Lewis Capaldi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As It Was - Harry Styles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Levitating - Dua Lipa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Flowers - Miley Cyrus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Rolling in the Deep - Adele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Hello - Adele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Uptown Funk - Mark Ronson ft. Bruno Mars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Can't Stop the Feeling - Justin Timberlake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Cartón 26/30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Can't Stop the Feeling - Justin Timberlake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63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06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Shallow - Lady Gaga &amp; Bradley Cooper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406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Butter - BTS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663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Rolling in the Deep - Adele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663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406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Thunder - Imagine Dragons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663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406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As It Was - Harry Styles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663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406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Someone Like You - Adele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663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406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Sunflower - Post Malone &amp; Swae Lee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663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406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Happy - Pharrell Williams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663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06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Counting Stars - OneRepublic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663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06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Hello - Adele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663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406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Levitating - Dua Lipa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13 de 15 · bingomusicalgratis.es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E40AF"/>
                </a:solidFill>
              </a:defRPr>
            </a:pPr>
            <a:r>
              <a:t>🎵 BINGO MUSICAL - Música en Inglés - Medianos (12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Cartón 27/30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Hello - Adele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Believer - Imagine Dragons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Happy - Pharrell Williams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Counting Stars - OneRepublic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Watermelon Sugar - Harry Styles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Rolling in the Deep - Adele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Radioactive - Imagine Dragons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Shape of You - Ed Sheeran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Dynamite - BTS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Uptown Funk - Mark Ronson ft. Bruno Mars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Someone You Loved - Lewis Capaldi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Circles - Post Malone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Cartón 28/30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Hello - Adele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63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06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Circles - Post Malone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406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Believer - Imagine Dragons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663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Thunder - Imagine Dragons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663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406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Dynamite - BTS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663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406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Uptown Funk - Mark Ronson ft. Bruno Mars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663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406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Stay With Me - Sam Smith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663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406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Sunflower - Post Malone &amp; Swae Lee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663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406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Butter - BTS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663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06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Bad Guy - Billie Eilish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663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06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Levitating - Dua Lipa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663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406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Counting Stars - OneRepublic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14 de 15 · bingomusicalgratis.es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E40AF"/>
                </a:solidFill>
              </a:defRPr>
            </a:pPr>
            <a:r>
              <a:t>🎵 BINGO MUSICAL - Música en Inglés - Medianos (12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Cartón 29/30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Happy - Pharrell Williams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Dynamite - BTS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Counting Stars - OneRepublic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Watermelon Sugar - Harry Styles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Therefore I Am - Billie Eilish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Believer - Imagine Dragons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Uptown Funk - Mark Ronson ft. Bruno Mars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Blinding Lights - The Weeknd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Shallow - Lady Gaga &amp; Bradley Cooper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Bad Guy - Billie Eilish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Hello - Adele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Stay With Me - Sam Smith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Cartón 30/30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Stay With Me - Sam Smith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63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06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Believer - Imagine Dragons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406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Radioactive - Imagine Dragons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663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Bad Guy - Billie Eilish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663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406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Counting Stars - OneRepublic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663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406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Flowers - Miley Cyrus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663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406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Thunder - Imagine Dragons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663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406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Dynamite - BTS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663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406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Can't Stop the Feeling - Justin Timberlake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663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06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Blinding Lights - The Weeknd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663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06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Shallow - Lady Gaga &amp; Bradley Cooper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663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406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Therefore I Am - Billie Eilish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15 de 15 · bingomusicalgratis.es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