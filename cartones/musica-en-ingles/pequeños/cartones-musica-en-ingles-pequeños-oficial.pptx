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Watermelon Sugar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Dynamite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Like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As It Was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Levitating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Dua Lipa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Therefore I Am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Hello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Someone You Loved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Lewis Capaldi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Shape of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Ed Sheeran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Believer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Circles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Stay With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Sam Smith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Butter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Sunflower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Post Malone &amp; Swae Lee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Rolling in the Deep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Adele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Counting Stars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OneRepublic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Shallow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 &amp; Bradley Cooper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Bad Guy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Blinding Lights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Weeknd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Radioactive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Imagine Dragons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Flowers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Miley Cyrus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