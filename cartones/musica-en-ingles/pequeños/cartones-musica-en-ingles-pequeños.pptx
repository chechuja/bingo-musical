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Sunflower - Post Malone &amp; Swae 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Therefore I Am - Billie Eilish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Blinding Lights - The Weeknd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As It Was - Harry Styles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Shape of You - Ed Sheeran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Stay With Me - Sam 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Butter - BTS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Counting Stars - OneRepublic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Stay With Me - Sam 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Circles - Post Malone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Flowers - Miley Cyrus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Hello - Adele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Dynamite - BTS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Rolling in the Deep - Adele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Levitating - Dua Lipa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Someone Like You - Adele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Shape of You - Ed Sheeran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Believer - Imagine Dragons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As It Was - Harry Styles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Sunflower - Post Malone &amp; Swae Lee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Rolling in the Deep - Adele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Dynamite - BTS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Butter - BTS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Radioactive - Imagine Dragons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Counting Stars - OneRepublic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Butter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Blinding Lights - The Weeknd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Someone You Loved - Lewis Capaldi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Sunflower - Post Malone &amp; Swae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Shallow - Lady Gaga &amp; Bradley Cooper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Happy - Pharrell Williams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Hello - Adele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Shape of You - Ed Sheeran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Radioactive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Sunflower - Post Malone &amp; Swae Lee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Stay With Me - Sam 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As It Was - Harry Styles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Happy - Pharrell Williams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Uptown Funk - Mark Ronson ft. Bruno Mars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Blinding Lights - The Weeknd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Uptown Funk - Mark Ronson ft. Bruno Mars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Therefore I Am - Billie Eilish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Happy - Pharrell Williams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Shallow - Lady Gaga &amp; Bradley Cooper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Butter - BTS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Can't Stop the Feeling - Justin Timberlake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Someone You Loved - Lewis Capaldi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Thunder - Imagine Dragons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Believer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Radioactive - Imagine Dragons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Watermelon Sugar - Harry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Sunflower - Post Malone &amp; Swae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Butter - BTS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Therefore I Am - Billie Eilish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As It Was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Butter - BTS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Thunder - 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Therefore I Am - Billie Eilish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Hello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Sunflower - Post Malone &amp; Swae Lee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Circles - Post Malone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Levitating - Dua Lipa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Uptown Funk - Mark Ronson ft. Bruno Mars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Counting Stars - OneRepublic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Bad Guy - Billie Eilish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Butter - BTS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Someone You Loved - Lewis Capaldi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Flowers - Miley Cyrus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Radioactive - Imagine Dragons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Shape of You - Ed Sheeran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Therefore I Am - Billie Eilish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Sunflower - Post Malone &amp; Swae 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Rolling in the Deep - Adele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Levitating - Dua Lipa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Believer - Imagine Dragons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Can't Stop the Feeling - Justin Timberlake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Butter - BTS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Bad Guy - Billie Eilish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Can't Stop the Feeling - Justin Timberlake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Flowers - Miley Cyrus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Stay With Me - Sam 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Rolling in the Deep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Radioactive - Imagine Dragons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Butter - BTS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Shallow - Lady Gaga &amp; Bradley Cooper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Therefore I Am - Billie Eilish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Flowers - Miley Cyrus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Believer - Imagine Dragons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Circles - Post Malone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Levitating - Dua Lipa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As It Was - Harry Styles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Uptown Funk - Mark Ronson ft. Bruno Mars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Radioactive - Imagine Dragons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Bad Guy - Billie Eilish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Stay With Me - Sam 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Blinding Lights - The Weeknd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Circles - Post Malone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Sunflower - Post Malone &amp; Swae Lee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Shallow - Lady Gaga &amp; Bradley Cooper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Thunder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Blinding Lights - The Weeknd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Someone Like You - Adele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Shape of You - Ed Sheeran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Levitating - Dua Lipa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Circles - Post Malone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Someone You Loved - Lewis Capaldi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Stay With Me - Sam 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Blinding Lights - The Weeknd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Flowers - Miley Cyrus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Uptown Funk - Mark Ronson ft. Bruno Mars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Shallow - Lady Gaga &amp; Bradley Cooper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Radioactive - Imagine Dragons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As It Was - Harry Styles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Butter - BTS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Sunflower - Post Malone &amp; Swae 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Shallow - Lady Gaga &amp; Bradley Cooper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Hello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As It Was - Harry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Radioactive - Imagine Dragons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Believer - Imagine Dragons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Counting Stars - OneRepublic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Watermelon Sugar - Harry Styles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Shape of You - Ed Sheeran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Happy - Pharrell Williams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Someone Like You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Circles - Post Malone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Sunflower - Post Malone &amp; Swae Lee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Shallow - Lady Gaga &amp; Bradley Cooper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Watermelon Sugar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Butter - BTS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Rolling in the Deep - Adele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Thunder - Imagine Dragons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Sunflower - Post Malone &amp; Swae Lee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As It Was - Harry Styles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Someone Like You - Adele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Stay With Me - Sam 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Shallow - Lady Gaga &amp; Bradley Cooper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Hello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Shape of You - Ed Sheeran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Counting Stars - OneRepublic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Believer - Imagine Dragons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Flowers - Miley Cyrus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Bad Guy - Billie Eilish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Radioactive - 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Someone Like You - Adele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Butter - BTS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Someone You Loved - Lewis Capaldi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Circles - Post Malone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