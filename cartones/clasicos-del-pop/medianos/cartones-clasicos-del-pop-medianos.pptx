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Livin' on a Prayer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Sweet Dreams - Eurythmics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Every Breath You Take - The Police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Don't Stop Believin' -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Walking on Sunshine - Katrina and the Waves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Wake Me Up Before You Go-Go - Wham!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Like a Prayer - Madonna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I'll Be There for You - The Rembrandts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Africa - Toto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...Baby One More Time - Britney Spears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Time After Time - Cyndi Lauper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Eye of the Tiger - Survivor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Eye of the Tiger - Survivor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Wake Me Up Before You Go-Go - Wham!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I Want to Break Free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With or Without You - U2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Girls Just Want to Have Fun - Cyndi Lauper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Every Breath You Take - The Police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Karma Chameleon - Culture Club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Like a Prayer - Madonna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Billie Jean - Michael Jackson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I Wanna Dance With Somebody - Whitney Houston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Total Eclipse of the Heart - Bonnie Tyler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Don't Stop Believin' - Journey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15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Wannabe - Spice Girls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Eye of the Tiger - Survivor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Billie Jean - Michael Jackson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Careless Whisper - George Michael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With or Without You - U2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I'll Be There for You - The Rembrandts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Girls Just Want to Have Fun - Cyndi Lauper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Every Breath You Take - The Police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Take On Me - a-ha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Don't You (Forget About Me) - Simple Minds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 Want to Break Free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I Wanna Dance With Somebody - Whitney Houston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Total Eclipse of the Heart - Bonnie Tyler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Eye of the Tiger - Survivor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Like a Prayer - Madonna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Walking on Sunshine - Katrina and the Waves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I'll Be There for You - The Rembrandts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Livin' on a Prayer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...Baby One More Time - Britney Spears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I Want to Break Free - Queen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Karma Chameleon - Culture Club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Wake Me Up Before You Go-Go - Wham!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 Wanna Dance With Somebody - Whitney Houston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Every Breath You Take - The Police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15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I Wanna Dance With Somebody - Whitney Houston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When Doves Cry - Prince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...Baby One More Time - Britney Spears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Don't Stop Believin' -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Careless Whisper - George Michael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Livin' on a Prayer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Time After Time - Cyndi Lauper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Every Breath You Take - The Police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Total Eclipse of the Heart - Bonnie Tyler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Girls Just Want to Have Fun - Cyndi Lauper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I'll Be There for You - The Rembrandts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Karma Chameleon - Culture Club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Karma Chameleon - Culture Club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I'll Be There for You - The Rembrandts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I Want to Break Free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Walking on Sunshine - Katrina and the Waves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Time After Time - Cyndi Lauper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Don't You (Forget About Me) - Simple Minds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Wannabe - Spice Girls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Sweet Dreams - Eurythmics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Careless Whisper - George Michael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When Doves Cry - Prince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Sweet Child O' Mine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Girls Just Want to Have Fun - Cyndi Lauper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15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Sweet Dreams - Eurythmics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I Wanna Dance With Somebody - Whitney Houston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Don't Stop Believin' - 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When Doves Cry - Prince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Wannabe - Spice Girls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Every Breath You Take - The Police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...Baby One More Time - Britney Spears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Total Eclipse of the Heart - Bonnie Tyler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Eye of the Tiger - Survivor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Time After Time - Cyndi Lauper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Livin' on a Prayer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When Doves Cry - Prince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Like a Prayer - Madonna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Don't You (Forget About Me) - Simple Minds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Sweet Child O' Mine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Time After Time - Cyndi Lauper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Karma Chameleon - Culture Club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Africa - Toto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With or Without You - U2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Sweet Dreams - Eurythmics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Don't Stop Believin' - Journey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...Baby One More Time - Britney Spears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Girls Just Want to Have Fun - Cyndi Lauper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15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Wannabe - Spice Girls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Walking on Sunshine - Katrina and the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Careless Whisper - George Michael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Eye of the Tiger - Survivor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Every Breath You Take - The Police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Sweet Child O' Mine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Girls Just Want to Have Fun - Cyndi Lauper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...Baby One More Time - Britney Spears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Don't You (Forget About Me) - Simple Minds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Total Eclipse of the Heart - Bonnie Tyler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 Want to Break Free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Sweet Dreams - Eurythmics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Don't You (Forget About Me) - Simple Minds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When Doves Cry - Prince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Karma Chameleon - Culture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Wannabe - Spice Girls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Eye of the Tiger - Survivor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Don't Stop Believin' - Journey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Take On Me - a-ha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With or Without You - U2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Livin' on a Prayer - Bon Jovi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Every Breath You Take - The Police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Sweet Child O' Mine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Africa - Toto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15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Sweet Dreams - Eurythmics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Eye of the Tiger - Survivor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Like a Prayer - Madonna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Careless Whisper - George Michael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I'll Be There for You - The Rembrandts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I Want to Break Free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Time After Time - Cyndi Lauper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Wannabe - Spice Girls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...Baby One More Time - Britney Spears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Don't Stop Believin' - Journey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Total Eclipse of the Heart - Bonnie Tyler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Wannabe - Spice Girls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Sweet Dreams - Eurythmics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Don't You (Forget About Me) - Simple Minds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Karma Chameleon - Culture Club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Sweet Child O' Mine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Billie Jean - Michael Jackson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Time After Time - Cyndi Lauper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Every Breath You Take - The Police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Like a Prayer - Madonna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When Doves Cry - Prince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Livin' on a Prayer - Bon Jovi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With or Without You - U2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15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Every Breath You Take - The Police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With or Without You - U2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Take On Me - a-ha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Girls Just Want to Have Fun - Cyndi Lauper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Wake Me Up Before You Go-Go - Wham!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Time After Time - Cyndi Lauper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Like a Prayer - Madonna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...Baby One More Time - Britney Spears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Walking on Sunshine - Katrina and the Waves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Eye of the Tiger - Survivor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Sweet Dreams - Eurythmics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I Wanna Dance With Somebody - Whitney Houston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Take On Me - a-ha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Karma Chameleon - Culture Club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Sweet Child O' Mine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Careless Whisper - George Michael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Girls Just Want to Have Fun - Cyndi Lauper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...Baby One More Time - Britney Spears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When Doves Cry - Prince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Like a Prayer - Madonna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I'll Be There for You - The Rembrandts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Sweet Dreams - Eurythmics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Wannabe - Spice Girls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I Wanna Dance With Somebody - Whitney Houston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15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Like a Prayer - Madonna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I Want to Break Free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Karma Chameleon - Culture Club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I'll Be There for You - The Rembrandts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Time After Time - Cyndi Lauper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Total Eclipse of the Heart - Bonnie Tyler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When Doves Cry - Prince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Wake Me Up Before You Go-Go - Wham!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Don't You (Forget About Me) - Simple Minds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Girls Just Want to Have Fun - Cyndi Lauper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 Wanna Dance With Somebody - Whitney Houston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...Baby One More Time - Britney Spears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Girls Just Want to Have Fun - Cyndi Lauper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Livin' on a Prayer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Billie Jean - Michael Jackson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I Want to Break Free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...Baby One More Time - Britney Spears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Karma Chameleon - Culture Club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Don't You (Forget About Me) - Simple Minds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When Doves Cry - Prince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Eye of the Tiger - Survivor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Total Eclipse of the Heart - Bonnie Tyler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Africa - Toto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Sweet Dreams - Eurythmics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15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Don't You (Forget About Me) - Simple Minds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Sweet Child O' Mine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Livin' on a Prayer - Bon Jovi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Billie Jean - Michael Jackson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When Doves Cry - Prince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Girls Just Want to Have Fun - Cyndi Lauper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Total Eclipse of the Heart - Bonnie Tyler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I'll Be There for You - The Rembrandts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Walking on Sunshine - Katrina and the Waves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I Wanna Dance With Somebody - Whitney Houston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Time After Time - Cyndi Lauper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Every Breath You Take - The Police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Wannabe - Spice Girls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Time After Time - Cyndi Lauper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Sweet Dreams - Eurythmics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Careless Whisper - George Michael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When Doves Cry - Prince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Karma Chameleon - Culture Club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I Wanna Dance With Somebody - Whitney Houston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Livin' on a Prayer - Bon Jovi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Wake Me Up Before You Go-Go - Wham!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Every Breath You Take - The Police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Don't You (Forget About Me) - Simple Minds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Girls Just Want to Have Fun - Cyndi Lauper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15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19/30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When Doves Cry - Prince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Girls Just Want to Have Fun - Cyndi Lauper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Wake Me Up Before You Go-Go - Wham!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I Want to Break Free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Eye of the Tiger - Survivor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Take On Me - a-ha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Karma Chameleon - Culture 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Sweet Dreams - Eurythmics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Careless Whisper - George Michael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Don't Stop Believin' - Journey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With or Without You - U2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Billie Jean - Michael Jackson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...Baby One More Time - Britney Spears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Careless Whisper - George Michael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Sweet Dreams - Eurythmics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Time After Time - Cyndi Lauper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Don't You (Forget About Me) - Simple Minds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I Want to Break Free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Eye of the Tiger - Survivor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Wannabe - Spice Girls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Take On Me - a-ha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Sweet Child O' Mine - Guns N' Roses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Africa - Toto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Karma Chameleon - Culture Club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15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Take On Me - a-ha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Walking on Sunshine - Katrina and the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Billie Jean - Michael Jackson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Africa - Toto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Karma Chameleon - Culture 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Like a Prayer - Madonna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...Baby One More Time - Britney Spears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Livin' on a Prayer - Bon Jovi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Sweet Dreams - Eurythmics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Wannabe - Spice Girls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Eye of the Tiger - Survivor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Don't Stop Believin' - Journey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Sweet Child O' Mine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...Baby One More Time - Britney Spears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Billie Jean - Michael Jackson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When Doves Cry - Prince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Don't Stop Believin' - Journey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Don't You (Forget About Me) - Simple Minds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Eye of the Tiger - Survivor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Sweet Dreams - Eurythmics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Total Eclipse of the Heart - Bonnie Tyler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I Wanna Dance With Somebody - Whitney Houston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Careless Whisper - George Michael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Girls Just Want to Have Fun - Cyndi Lauper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15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Sweet Dreams - Eurythmics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When Doves Cry - Prince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Like a Prayer - Madonna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...Baby One More Time - Britney Spears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Don't You (Forget About Me) - Simple Minds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Careless Whisper - George Michael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Don't Stop Believin' - Journey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Walking on Sunshine - Katrina and the Waves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Time After Time - Cyndi Lauper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Take On Me - a-ha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Total Eclipse of the Heart - Bonnie Tyler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Livin' on a Prayer - Bon Jovi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Like a Prayer - Madonna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Africa - Toto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Take On Me - a-ha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When Doves Cry - Prince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Karma Chameleon - Culture Club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Walking on Sunshine - Katrina and the Waves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Don't You (Forget About Me) - Simple Minds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Livin' on a Prayer - Bon Jovi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...Baby One More Time - Britney Spears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Sweet Dreams - Eurythmics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Wannabe - Spice Girls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Wake Me Up Before You Go-Go - Wham!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15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I'll Be There for You - The Rembrandts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Don't You (Forget About Me) - Simple Minds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Careless Whisper - George Michael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Time After Time - Cyndi Lauper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Billie Jean - Michael Jackson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Eye of the Tiger - Survivor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Total Eclipse of the Heart - Bonnie Tyler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Livin' on a Prayer - Bon Jovi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Sweet Dreams - Eurythmics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Walking on Sunshine - Katrina and the Waves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Africa - Toto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...Baby One More Time - Britney Spears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I Wanna Dance With Somebody - Whitney Houston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Walking on Sunshine - Katrina and the Waves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Billie Jean - Michael Jackson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Girls Just Want to Have Fun - Cyndi Lauper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Africa - Toto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Wannabe - Spice Girls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Karma Chameleon - Culture Club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Sweet Child O' Mine - Guns N' Roses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I'll Be There for You - The Rembrandts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Careless Whisper - George Michael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Take On Me - a-ha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Don't You (Forget About Me) - Simple Minds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15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Don't You (Forget About Me) - Simple Minds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Take On Me - a-ha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I Wanna Dance With Somebody - Whitney Houston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Every Breath You Take - The Police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Billie Jean - Michael Jackson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I'll Be There for You - The Rembrandts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Walking on Sunshine - Katrina and the Waves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Wake Me Up Before You Go-Go - Wham!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Sweet Dreams - Eurythmics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Sweet Child O' Mine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Livin' on a Prayer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Don't Stop Believin' - Journey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Wannabe - Spice Girls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Billie Jean - Michael Jackson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Total Eclipse of the Heart - Bonnie Tyler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Livin' on a Prayer - Bon Jovi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I'll Be There for You - The Rembrandts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Sweet Child O' Mine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Eye of the Tiger - Survivor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Don't You (Forget About Me) - Simple Minds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Walking on Sunshine - Katrina and the Waves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I Wanna Dance With Somebody - Whitney Houston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 Want to Break Free - Queen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...Baby One More Time - Britney Spears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15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9D"/>
                </a:solidFill>
              </a:defRPr>
            </a:pPr>
            <a:r>
              <a:t>🎵 BINGO MUSICAL - Clásicos Pop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29/30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Take On Me - a-ha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I Want to Break Free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Wake Me Up Before You Go-Go - Wham!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With or Without You - U2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Karma Chameleon - Culture 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Don't You (Forget About Me) - Simple Minds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Livin' on a Prayer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Africa - Toto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Sweet Dreams - Eurythmics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Girls Just Want to Have Fun - Cyndi Lauper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Sweet Child O' Mine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When Doves Cry - Prince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B2777"/>
                </a:solidFill>
              </a:defRPr>
            </a:pPr>
            <a:r>
              <a:t>Cartón 30/30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Africa - Toto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Careless Whisper - George Michael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Livin' on a Prayer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Eye of the Tiger - Survivor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I Want to Break Free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Like a Prayer - Madonna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Wake Me Up Before You Go-Go - Wham!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Sweet Dreams - Eurythmics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Every Breath You Take - The Police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Total Eclipse of the Heart - Bonnie Tyler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I'll Be There for You - The Rembrandts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15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