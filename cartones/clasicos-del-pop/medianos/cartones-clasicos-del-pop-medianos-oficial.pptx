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18288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031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0020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2763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044952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031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60020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62763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044952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031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0020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2763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4952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031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Every Breath You Take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Police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0020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2763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017520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44952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69087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1830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819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3562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25512" y="341985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52944" y="344728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Africa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Toto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69087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1830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10819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13562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512" y="387477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52944" y="390220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9087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71830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Dreams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Eurythmics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0819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3562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25512" y="432968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552944" y="435711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9087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1830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Wake Me Up Before You Go-Go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Wham!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0819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3562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525512" y="4784598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552944" y="4812030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Careless Whisper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George Michael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Karma Chameleon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Culture Club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Wanna Dance With Somebody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Whitney Houston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Believin'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Journey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Take On 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a-ha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Want to Break Free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You (Forget About Me)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Simple Minds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When Doves Cry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Prince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...Baby One More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Britney Spears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69087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1830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Total Eclipse of the Heart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Bonnie Tyler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0819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562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Billie Jean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Michael Jackson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25512" y="585216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612648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Walking on Sunshine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Katrina and the Waves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0819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3562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5512" y="1040130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1067562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I'll Be There for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Rembrandts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9087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1830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With or Without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U2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0819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3562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Eye of the Tiger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Survivor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25512" y="1495044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52944" y="1522476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Like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Madonna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9087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1830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Wannabe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Spice Girls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0819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3562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25512" y="1949957"/>
            <a:ext cx="1417320" cy="454913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52944" y="1977389"/>
            <a:ext cx="1362456" cy="40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Time After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