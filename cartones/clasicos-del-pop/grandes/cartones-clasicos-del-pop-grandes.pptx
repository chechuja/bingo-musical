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6B9D"/>
                </a:solidFill>
              </a:defRPr>
            </a:pPr>
            <a:r>
              <a:t>🎵 BINGO MUSICAL - Clásicos Pop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1/40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Like a Prayer - Madonna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Wannabe - Spice Girls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Total Eclipse of the Heart - Bonnie Tyler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With or Without You - U2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Time After Time - Cyndi Lauper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I Wanna Dance With Somebody - Whitney Houston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Wake Me Up Before You Go-Go - Wham!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Africa - Toto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Don't You (Forget About Me) - Simple Minds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Billie Jean - Michael Jackson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Eye of the Tiger - Survivor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Take On Me - a-ha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...Baby One More Time - Britney Spears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Girls Just Want to Have Fun - Cyndi Lauper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Don't Stop Believin' - Journey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I Want to Break Free - Queen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Every Breath You Take - The Police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Karma Chameleon - Culture Club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I'll Be There for You - The Rembrandts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Livin' on a Prayer - Bon Jovi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 de 40 · bingomusicalgratis.es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6B9D"/>
                </a:solidFill>
              </a:defRPr>
            </a:pPr>
            <a:r>
              <a:t>🎵 BINGO MUSICAL - Clásicos Pop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2/40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Don't Stop Believin' - Journey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Sweet Child O' Mine - Guns N' Roses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I Want to Break Free - Queen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Careless Whisper - George Michael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Wake Me Up Before You Go-Go - Wham!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Total Eclipse of the Heart - Bonnie Tyler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Billie Jean - Michael Jackson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Livin' on a Prayer - Bon Jovi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Karma Chameleon - Culture Club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...Baby One More Time - Britney Spears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Africa - Toto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Take On Me - a-ha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Don't You (Forget About Me) - Simple Minds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I Wanna Dance With Somebody - Whitney Houston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Time After Time - Cyndi Lauper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With or Without You - U2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Like a Prayer - Madonna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Walking on Sunshine - Katrina and the Waves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Eye of the Tiger - Survivor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Every Breath You Take - The Police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 de 40 · bingomusicalgratis.es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6B9D"/>
                </a:solidFill>
              </a:defRPr>
            </a:pPr>
            <a:r>
              <a:t>🎵 BINGO MUSICAL - Clásicos Pop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3/40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Eye of the Tiger - Survivor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I Wanna Dance With Somebody - Whitney Houston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Sweet Child O' Mine - Guns N' Roses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Time After Time - Cyndi Lauper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Karma Chameleon - Culture Club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Wannabe - Spice Girls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Careless Whisper - George Michael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Livin' on a Prayer - Bon Jovi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Like a Prayer - Madonna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Take On Me - a-ha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Walking on Sunshine - Katrina and the Waves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With or Without You - U2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Don't Stop Believin' - Journey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I'll Be There for You - The Rembrandts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I Want to Break Free - Queen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Don't You (Forget About Me) - Simple Minds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When Doves Cry - Prince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...Baby One More Time - Britney Spears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Sweet Dreams - Eurythmics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Total Eclipse of the Heart - Bonnie Tyler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 de 40 · bingomusicalgratis.es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6B9D"/>
                </a:solidFill>
              </a:defRPr>
            </a:pPr>
            <a:r>
              <a:t>🎵 BINGO MUSICAL - Clásicos Pop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4/40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When Doves Cry - Prince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Walking on Sunshine - Katrina and the Waves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Wake Me Up Before You Go-Go - Wham!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Every Breath You Take - The Police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Billie Jean - Michael Jackson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I Want to Break Free - Queen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...Baby One More Time - Britney Spears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Time After Time - Cyndi Lauper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I Wanna Dance With Somebody - Whitney Houston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Don't You (Forget About Me) - Simple Minds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Don't Stop Believin' - Journey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Eye of the Tiger - Survivor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Livin' on a Prayer - Bon Jovi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Wannabe - Spice Girls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I'll Be There for You - The Rembrandts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Karma Chameleon - Culture Club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Total Eclipse of the Heart - Bonnie Tyler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Africa - Toto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With or Without You - U2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Careless Whisper - George Michael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4 de 40 · bingomusicalgratis.es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6B9D"/>
                </a:solidFill>
              </a:defRPr>
            </a:pPr>
            <a:r>
              <a:t>🎵 BINGO MUSICAL - Clásicos Pop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5/40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Karma Chameleon - Culture Club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Sweet Dreams - Eurythmics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Careless Whisper - George Michael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Girls Just Want to Have Fun - Cyndi Lauper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I Wanna Dance With Somebody - Whitney Houston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When Doves Cry - Prince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Like a Prayer - Madonna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With or Without You - U2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Time After Time - Cyndi Lauper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Wannabe - Spice Girls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Livin' on a Prayer - Bon Jovi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I Want to Break Free - Queen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Take On Me - a-ha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Africa - Toto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Eye of the Tiger - Survivor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Every Breath You Take - The Police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Sweet Child O' Mine - Guns N' Roses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Walking on Sunshine - Katrina and the Waves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...Baby One More Time - Britney Spears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Billie Jean - Michael Jackson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5 de 40 · bingomusicalgratis.es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6B9D"/>
                </a:solidFill>
              </a:defRPr>
            </a:pPr>
            <a:r>
              <a:t>🎵 BINGO MUSICAL - Clásicos Pop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6/40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Billie Jean - Michael Jackson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Total Eclipse of the Heart - Bonnie Tyler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Time After Time - Cyndi Lauper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Take On Me - a-ha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Sweet Dreams - Eurythmics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Wake Me Up Before You Go-Go - Wham!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Girls Just Want to Have Fun - Cyndi Lauper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Every Breath You Take - The Police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I Wanna Dance With Somebody - Whitney Houston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When Doves Cry - Prince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Livin' on a Prayer - Bon Jovi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Eye of the Tiger - Survivor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I Want to Break Free - Queen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Africa - Toto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Careless Whisper - George Michael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...Baby One More Time - Britney Spears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Wannabe - Spice Girls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Like a Prayer - Madonna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Don't Stop Believin' - Journey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Sweet Child O' Mine - Guns N' Roses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6 de 40 · bingomusicalgratis.es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6B9D"/>
                </a:solidFill>
              </a:defRPr>
            </a:pPr>
            <a:r>
              <a:t>🎵 BINGO MUSICAL - Clásicos Pop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7/40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Billie Jean - Michael Jackson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Livin' on a Prayer - Bon Jovi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Don't Stop Believin' - Journey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Total Eclipse of the Heart - Bonnie Tyler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Eye of the Tiger - Survivor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Take On Me - a-ha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I Want to Break Free - Queen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I Wanna Dance With Somebody - Whitney Houston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Don't You (Forget About Me) - Simple Minds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Wannabe - Spice Girls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Sweet Child O' Mine - Guns N' Roses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With or Without You - U2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Walking on Sunshine - Katrina and the Waves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Careless Whisper - George Michael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I'll Be There for You - The Rembrandts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Time After Time - Cyndi Lauper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Sweet Dreams - Eurythmics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Every Breath You Take - The Police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When Doves Cry - Prince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Karma Chameleon - Culture Club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7 de 40 · bingomusicalgratis.es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6B9D"/>
                </a:solidFill>
              </a:defRPr>
            </a:pPr>
            <a:r>
              <a:t>🎵 BINGO MUSICAL - Clásicos Pop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8/40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Girls Just Want to Have Fun - Cyndi Lauper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Africa - Toto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Every Breath You Take - The Police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Eye of the Tiger - Survivor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I'll Be There for You - The Rembrandts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Walking on Sunshine - Katrina and the Waves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Livin' on a Prayer - Bon Jovi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Total Eclipse of the Heart - Bonnie Tyler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Time After Time - Cyndi Lauper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Take On Me - a-ha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Karma Chameleon - Culture Club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I Want to Break Free - Queen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Don't Stop Believin' - Journey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Like a Prayer - Madonna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...Baby One More Time - Britney Spears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With or Without You - U2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Wannabe - Spice Girls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I Wanna Dance With Somebody - Whitney Houston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Don't You (Forget About Me) - Simple Minds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Billie Jean - Michael Jackson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8 de 40 · bingomusicalgratis.es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6B9D"/>
                </a:solidFill>
              </a:defRPr>
            </a:pPr>
            <a:r>
              <a:t>🎵 BINGO MUSICAL - Clásicos Pop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9/40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Wannabe - Spice Girls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Livin' on a Prayer - Bon Jovi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...Baby One More Time - Britney Spears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Walking on Sunshine - Katrina and the Waves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When Doves Cry - Prince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Like a Prayer - Madonna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I'll Be There for You - The Rembrandts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Billie Jean - Michael Jackson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With or Without You - U2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Don't Stop Believin' - Journey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Don't You (Forget About Me) - Simple Minds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Total Eclipse of the Heart - Bonnie Tyler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Time After Time - Cyndi Lauper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Girls Just Want to Have Fun - Cyndi Lauper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I Wanna Dance With Somebody - Whitney Houston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Karma Chameleon - Culture Club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Every Breath You Take - The Police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Careless Whisper - George Michael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Eye of the Tiger - Survivor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Sweet Dreams - Eurythmics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9 de 40 · bingomusicalgratis.es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6B9D"/>
                </a:solidFill>
              </a:defRPr>
            </a:pPr>
            <a:r>
              <a:t>🎵 BINGO MUSICAL - Clásicos Pop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10/40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Sweet Child O' Mine - Guns N' Roses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Karma Chameleon - Culture Club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Africa - Toto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Eye of the Tiger - Survivor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Like a Prayer - Madonna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...Baby One More Time - Britney Spears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Time After Time - Cyndi Lauper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Wannabe - Spice Girls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Wake Me Up Before You Go-Go - Wham!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Billie Jean - Michael Jackson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Girls Just Want to Have Fun - Cyndi Lauper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I'll Be There for You - The Rembrandts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Take On Me - a-ha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Walking on Sunshine - Katrina and the Waves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Livin' on a Prayer - Bon Jovi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With or Without You - U2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I Want to Break Free - Queen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Sweet Dreams - Eurythmics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Careless Whisper - George Michael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Total Eclipse of the Heart - Bonnie Tyler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10 de 40 · bingomusicalgratis.es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6B9D"/>
                </a:solidFill>
              </a:defRPr>
            </a:pPr>
            <a:r>
              <a:t>🎵 BINGO MUSICAL - Clásicos Pop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11/40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With or Without You - U2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Don't You (Forget About Me) - Simple Minds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Sweet Dreams - Eurythmics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Time After Time - Cyndi Lauper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Sweet Child O' Mine - Guns N' Roses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Karma Chameleon - Culture Club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Eye of the Tiger - Survivor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I'll Be There for You - The Rembrandts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I Want to Break Free - Queen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Billie Jean - Michael Jackson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Wake Me Up Before You Go-Go - Wham!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I Wanna Dance With Somebody - Whitney Houston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Take On Me - a-ha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Total Eclipse of the Heart - Bonnie Tyler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Africa - Toto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Like a Prayer - Madonna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Careless Whisper - George Michael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...Baby One More Time - Britney Spears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Wannabe - Spice Girls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When Doves Cry - Prince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11 de 40 · bingomusicalgratis.es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6B9D"/>
                </a:solidFill>
              </a:defRPr>
            </a:pPr>
            <a:r>
              <a:t>🎵 BINGO MUSICAL - Clásicos Pop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12/40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When Doves Cry - Prince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Girls Just Want to Have Fun - Cyndi Lauper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I'll Be There for You - The Rembrandts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Don't Stop Believin' - Journey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Don't You (Forget About Me) - Simple Minds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Livin' on a Prayer - Bon Jovi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Eye of the Tiger - Survivor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Take On Me - a-ha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I Want to Break Free - Queen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Karma Chameleon - Culture Club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Total Eclipse of the Heart - Bonnie Tyler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Time After Time - Cyndi Lauper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Sweet Dreams - Eurythmics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Africa - Toto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Careless Whisper - George Michael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Wake Me Up Before You Go-Go - Wham!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Walking on Sunshine - Katrina and the Waves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...Baby One More Time - Britney Spears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With or Without You - U2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Every Breath You Take - The Police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12 de 40 · bingomusicalgratis.es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6B9D"/>
                </a:solidFill>
              </a:defRPr>
            </a:pPr>
            <a:r>
              <a:t>🎵 BINGO MUSICAL - Clásicos Pop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13/40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Wake Me Up Before You Go-Go - Wham!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Eye of the Tiger - Survivor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I'll Be There for You - The Rembrandts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Don't You (Forget About Me) - Simple Minds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Africa - Toto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When Doves Cry - Prince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Total Eclipse of the Heart - Bonnie Tyler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I Wanna Dance With Somebody - Whitney Houston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Livin' on a Prayer - Bon Jovi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With or Without You - U2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Karma Chameleon - Culture Club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Every Breath You Take - The Police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I Want to Break Free - Queen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Sweet Child O' Mine - Guns N' Roses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Walking on Sunshine - Katrina and the Waves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Wannabe - Spice Girls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Don't Stop Believin' - Journey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Like a Prayer - Madonna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Take On Me - a-ha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...Baby One More Time - Britney Spears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13 de 40 · bingomusicalgratis.es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6B9D"/>
                </a:solidFill>
              </a:defRPr>
            </a:pPr>
            <a:r>
              <a:t>🎵 BINGO MUSICAL - Clásicos Pop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14/40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Eye of the Tiger - Survivor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Like a Prayer - Madonna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Billie Jean - Michael Jackson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Total Eclipse of the Heart - Bonnie Tyler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With or Without You - U2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Careless Whisper - George Michael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I'll Be There for You - The Rembrandts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Don't You (Forget About Me) - Simple Minds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Time After Time - Cyndi Lauper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Girls Just Want to Have Fun - Cyndi Lauper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Africa - Toto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Don't Stop Believin' - Journey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Karma Chameleon - Culture Club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...Baby One More Time - Britney Spears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I Wanna Dance With Somebody - Whitney Houston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Sweet Child O' Mine - Guns N' Roses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Every Breath You Take - The Police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Wannabe - Spice Girls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Walking on Sunshine - Katrina and the Waves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Sweet Dreams - Eurythmics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14 de 40 · bingomusicalgratis.es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6B9D"/>
                </a:solidFill>
              </a:defRPr>
            </a:pPr>
            <a:r>
              <a:t>🎵 BINGO MUSICAL - Clásicos Pop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15/40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Take On Me - a-ha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Sweet Child O' Mine - Guns N' Roses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I Want to Break Free - Queen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Wake Me Up Before You Go-Go - Wham!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Billie Jean - Michael Jackson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Every Breath You Take - The Police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Total Eclipse of the Heart - Bonnie Tyler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I Wanna Dance With Somebody - Whitney Houston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Careless Whisper - George Michael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Like a Prayer - Madonna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Sweet Dreams - Eurythmics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I'll Be There for You - The Rembrandts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With or Without You - U2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Africa - Toto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Don't Stop Believin' - Journey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...Baby One More Time - Britney Spears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Girls Just Want to Have Fun - Cyndi Lauper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Eye of the Tiger - Survivor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When Doves Cry - Prince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Livin' on a Prayer - Bon Jovi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15 de 40 · bingomusicalgratis.es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6B9D"/>
                </a:solidFill>
              </a:defRPr>
            </a:pPr>
            <a:r>
              <a:t>🎵 BINGO MUSICAL - Clásicos Pop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16/40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Time After Time - Cyndi Lauper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Wake Me Up Before You Go-Go - Wham!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I Wanna Dance With Somebody - Whitney Houston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Like a Prayer - Madonna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Billie Jean - Michael Jackson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Wannabe - Spice Girls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When Doves Cry - Prince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Sweet Child O' Mine - Guns N' Roses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I'll Be There for You - The Rembrandts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Karma Chameleon - Culture Club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Don't Stop Believin' - Journey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I Want to Break Free - Queen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Take On Me - a-ha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Eye of the Tiger - Survivor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Sweet Dreams - Eurythmics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...Baby One More Time - Britney Spears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Careless Whisper - George Michael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With or Without You - U2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Africa - Toto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Don't You (Forget About Me) - Simple Minds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16 de 40 · bingomusicalgratis.es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6B9D"/>
                </a:solidFill>
              </a:defRPr>
            </a:pPr>
            <a:r>
              <a:t>🎵 BINGO MUSICAL - Clásicos Pop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17/40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I Wanna Dance With Somebody - Whitney Houston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Karma Chameleon - Culture Club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Billie Jean - Michael Jackson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Africa - Toto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I Want to Break Free - Queen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Wake Me Up Before You Go-Go - Wham!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Girls Just Want to Have Fun - Cyndi Lauper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I'll Be There for You - The Rembrandts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Eye of the Tiger - Survivor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Sweet Dreams - Eurythmics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Sweet Child O' Mine - Guns N' Roses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Don't You (Forget About Me) - Simple Minds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Wannabe - Spice Girls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When Doves Cry - Prince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Livin' on a Prayer - Bon Jovi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...Baby One More Time - Britney Spears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Total Eclipse of the Heart - Bonnie Tyler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Careless Whisper - George Michael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Don't Stop Believin' - Journey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With or Without You - U2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17 de 40 · bingomusicalgratis.es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6B9D"/>
                </a:solidFill>
              </a:defRPr>
            </a:pPr>
            <a:r>
              <a:t>🎵 BINGO MUSICAL - Clásicos Pop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18/40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When Doves Cry - Prince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Livin' on a Prayer - Bon Jovi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Karma Chameleon - Culture Club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Don't You (Forget About Me) - Simple Minds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Like a Prayer - Madonna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I Wanna Dance With Somebody - Whitney Houston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With or Without You - U2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Total Eclipse of the Heart - Bonnie Tyler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Girls Just Want to Have Fun - Cyndi Lauper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Wannabe - Spice Girls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I'll Be There for You - The Rembrandts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Sweet Dreams - Eurythmics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...Baby One More Time - Britney Spears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Every Breath You Take - The Police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Careless Whisper - George Michael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Africa - Toto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Billie Jean - Michael Jackson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Don't Stop Believin' - Journey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Wake Me Up Before You Go-Go - Wham!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Eye of the Tiger - Survivor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18 de 40 · bingomusicalgratis.es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6B9D"/>
                </a:solidFill>
              </a:defRPr>
            </a:pPr>
            <a:r>
              <a:t>🎵 BINGO MUSICAL - Clásicos Pop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19/40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Every Breath You Take - The Police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Time After Time - Cyndi Lauper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When Doves Cry - Prince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Careless Whisper - George Michael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...Baby One More Time - Britney Spears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Livin' on a Prayer - Bon Jovi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Don't Stop Believin' - Journey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Africa - Toto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Eye of the Tiger - Survivor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Sweet Child O' Mine - Guns N' Roses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Walking on Sunshine - Katrina and the Waves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Total Eclipse of the Heart - Bonnie Tyler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Sweet Dreams - Eurythmics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Don't You (Forget About Me) - Simple Minds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Wannabe - Spice Girls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Karma Chameleon - Culture Club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Wake Me Up Before You Go-Go - Wham!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I'll Be There for You - The Rembrandts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Like a Prayer - Madonna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I Wanna Dance With Somebody - Whitney Houston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19 de 40 · bingomusicalgratis.es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6B9D"/>
                </a:solidFill>
              </a:defRPr>
            </a:pPr>
            <a:r>
              <a:t>🎵 BINGO MUSICAL - Clásicos Pop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20/40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Africa - Toto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Livin' on a Prayer - Bon Jovi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Sweet Child O' Mine - Guns N' Roses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I Wanna Dance With Somebody - Whitney Houston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I'll Be There for You - The Rembrandts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When Doves Cry - Prince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Time After Time - Cyndi Lauper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Total Eclipse of the Heart - Bonnie Tyler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Careless Whisper - George Michael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Take On Me - a-ha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Walking on Sunshine - Katrina and the Waves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Girls Just Want to Have Fun - Cyndi Lauper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...Baby One More Time - Britney Spears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Like a Prayer - Madonna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Wake Me Up Before You Go-Go - Wham!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Don't You (Forget About Me) - Simple Minds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I Want to Break Free - Queen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Eye of the Tiger - Survivor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Don't Stop Believin' - Journey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Every Breath You Take - The Police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20 de 40 · bingomusicalgratis.es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6B9D"/>
                </a:solidFill>
              </a:defRPr>
            </a:pPr>
            <a:r>
              <a:t>🎵 BINGO MUSICAL - Clásicos Pop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21/40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Africa - Toto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Walking on Sunshine - Katrina and the Waves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Wannabe - Spice Girls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Sweet Child O' Mine - Guns N' Roses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Karma Chameleon - Culture Club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Careless Whisper - George Michael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Don't You (Forget About Me) - Simple Minds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Take On Me - a-ha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Girls Just Want to Have Fun - Cyndi Lauper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Like a Prayer - Madonna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With or Without You - U2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Eye of the Tiger - Survivor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Total Eclipse of the Heart - Bonnie Tyler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Livin' on a Prayer - Bon Jovi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Don't Stop Believin' - Journey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Billie Jean - Michael Jackson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I'll Be There for You - The Rembrandts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...Baby One More Time - Britney Spears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Every Breath You Take - The Police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When Doves Cry - Prince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21 de 40 · bingomusicalgratis.es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6B9D"/>
                </a:solidFill>
              </a:defRPr>
            </a:pPr>
            <a:r>
              <a:t>🎵 BINGO MUSICAL - Clásicos Pop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22/40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I Want to Break Free - Queen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Wannabe - Spice Girls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I'll Be There for You - The Rembrandts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Don't Stop Believin' - Journey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Take On Me - a-ha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Don't You (Forget About Me) - Simple Minds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Eye of the Tiger - Survivor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Careless Whisper - George Michael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Sweet Dreams - Eurythmics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Time After Time - Cyndi Lauper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Walking on Sunshine - Katrina and the Waves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Sweet Child O' Mine - Guns N' Roses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Total Eclipse of the Heart - Bonnie Tyler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Every Breath You Take - The Police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Like a Prayer - Madonna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Girls Just Want to Have Fun - Cyndi Lauper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When Doves Cry - Prince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Wake Me Up Before You Go-Go - Wham!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Karma Chameleon - Culture Club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...Baby One More Time - Britney Spears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22 de 40 · bingomusicalgratis.es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6B9D"/>
                </a:solidFill>
              </a:defRPr>
            </a:pPr>
            <a:r>
              <a:t>🎵 BINGO MUSICAL - Clásicos Pop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23/40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I'll Be There for You - The Rembrandts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With or Without You - U2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Total Eclipse of the Heart - Bonnie Tyler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Eye of the Tiger - Survivor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I Want to Break Free - Queen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Every Breath You Take - The Police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Don't You (Forget About Me) - Simple Minds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Wannabe - Spice Girls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Take On Me - a-ha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Africa - Toto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Wake Me Up Before You Go-Go - Wham!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Sweet Child O' Mine - Guns N' Roses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Billie Jean - Michael Jackson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Karma Chameleon - Culture Club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Time After Time - Cyndi Lauper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Don't Stop Believin' - Journey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When Doves Cry - Prince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I Wanna Dance With Somebody - Whitney Houston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Sweet Dreams - Eurythmics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...Baby One More Time - Britney Spears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23 de 40 · bingomusicalgratis.es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6B9D"/>
                </a:solidFill>
              </a:defRPr>
            </a:pPr>
            <a:r>
              <a:t>🎵 BINGO MUSICAL - Clásicos Pop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24/40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Careless Whisper - George Michael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Total Eclipse of the Heart - Bonnie Tyler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Sweet Dreams - Eurythmics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When Doves Cry - Prince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Time After Time - Cyndi Lauper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Karma Chameleon - Culture Club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Take On Me - a-ha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Don't Stop Believin' - Journey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Eye of the Tiger - Survivor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Livin' on a Prayer - Bon Jovi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Like a Prayer - Madonna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Wannabe - Spice Girls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With or Without You - U2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Billie Jean - Michael Jackson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Wake Me Up Before You Go-Go - Wham!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Girls Just Want to Have Fun - Cyndi Lauper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Walking on Sunshine - Katrina and the Waves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Don't You (Forget About Me) - Simple Minds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...Baby One More Time - Britney Spears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I'll Be There for You - The Rembrandts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24 de 40 · bingomusicalgratis.es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6B9D"/>
                </a:solidFill>
              </a:defRPr>
            </a:pPr>
            <a:r>
              <a:t>🎵 BINGO MUSICAL - Clásicos Pop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25/40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Careless Whisper - George Michael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...Baby One More Time - Britney Spears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Wannabe - Spice Girls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Wake Me Up Before You Go-Go - Wham!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Like a Prayer - Madonna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Billie Jean - Michael Jackson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I'll Be There for You - The Rembrandts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Don't Stop Believin' - Journey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Time After Time - Cyndi Lauper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Sweet Dreams - Eurythmics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Every Breath You Take - The Police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Don't You (Forget About Me) - Simple Minds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I Wanna Dance With Somebody - Whitney Houston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When Doves Cry - Prince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I Want to Break Free - Queen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With or Without You - U2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Girls Just Want to Have Fun - Cyndi Lauper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Eye of the Tiger - Survivor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Karma Chameleon - Culture Club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Africa - Toto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25 de 40 · bingomusicalgratis.es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6B9D"/>
                </a:solidFill>
              </a:defRPr>
            </a:pPr>
            <a:r>
              <a:t>🎵 BINGO MUSICAL - Clásicos Pop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26/40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Total Eclipse of the Heart - Bonnie Tyler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Karma Chameleon - Culture Club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Girls Just Want to Have Fun - Cyndi Lauper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Sweet Child O' Mine - Guns N' Roses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I Want to Break Free - Queen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Like a Prayer - Madonna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Sweet Dreams - Eurythmics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Eye of the Tiger - Survivor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Africa - Toto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With or Without You - U2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Take On Me - a-ha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Livin' on a Prayer - Bon Jovi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...Baby One More Time - Britney Spears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I'll Be There for You - The Rembrandts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Time After Time - Cyndi Lauper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Every Breath You Take - The Police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Walking on Sunshine - Katrina and the Waves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Don't You (Forget About Me) - Simple Minds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Billie Jean - Michael Jackson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Wannabe - Spice Girls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26 de 40 · bingomusicalgratis.es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6B9D"/>
                </a:solidFill>
              </a:defRPr>
            </a:pPr>
            <a:r>
              <a:t>🎵 BINGO MUSICAL - Clásicos Pop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27/40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I'll Be There for You - The Rembrandts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When Doves Cry - Prince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Karma Chameleon - Culture Club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Walking on Sunshine - Katrina and the Waves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Livin' on a Prayer - Bon Jovi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Like a Prayer - Madonna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I Wanna Dance With Somebody - Whitney Houston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Wake Me Up Before You Go-Go - Wham!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Total Eclipse of the Heart - Bonnie Tyler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Take On Me - a-ha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Every Breath You Take - The Police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Careless Whisper - George Michael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Sweet Dreams - Eurythmics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...Baby One More Time - Britney Spears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Africa - Toto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Billie Jean - Michael Jackson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Sweet Child O' Mine - Guns N' Roses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Don't You (Forget About Me) - Simple Minds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Eye of the Tiger - Survivor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Time After Time - Cyndi Lauper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27 de 40 · bingomusicalgratis.es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6B9D"/>
                </a:solidFill>
              </a:defRPr>
            </a:pPr>
            <a:r>
              <a:t>🎵 BINGO MUSICAL - Clásicos Pop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28/40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Careless Whisper - George Michael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Eye of the Tiger - Survivor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I'll Be There for You - The Rembrandts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Like a Prayer - Madonna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Livin' on a Prayer - Bon Jovi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Don't You (Forget About Me) - Simple Minds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Wake Me Up Before You Go-Go - Wham!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Don't Stop Believin' - Journey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Billie Jean - Michael Jackson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Time After Time - Cyndi Lauper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Sweet Child O' Mine - Guns N' Roses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Karma Chameleon - Culture Club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Every Breath You Take - The Police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When Doves Cry - Prince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Walking on Sunshine - Katrina and the Waves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Take On Me - a-ha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I Wanna Dance With Somebody - Whitney Houston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Wannabe - Spice Girls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Girls Just Want to Have Fun - Cyndi Lauper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Africa - Toto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28 de 40 · bingomusicalgratis.es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6B9D"/>
                </a:solidFill>
              </a:defRPr>
            </a:pPr>
            <a:r>
              <a:t>🎵 BINGO MUSICAL - Clásicos Pop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29/40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Africa - Toto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Billie Jean - Michael Jackson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I Want to Break Free - Queen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When Doves Cry - Prince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Total Eclipse of the Heart - Bonnie Tyler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Sweet Dreams - Eurythmics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Wannabe - Spice Girls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Eye of the Tiger - Survivor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Livin' on a Prayer - Bon Jovi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Don't Stop Believin' - Journey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Time After Time - Cyndi Lauper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I'll Be There for You - The Rembrandts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Take On Me - a-ha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Like a Prayer - Madonna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Karma Chameleon - Culture Club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Sweet Child O' Mine - Guns N' Roses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Walking on Sunshine - Katrina and the Waves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Don't You (Forget About Me) - Simple Minds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I Wanna Dance With Somebody - Whitney Houston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Every Breath You Take - The Police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29 de 40 · bingomusicalgratis.es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6B9D"/>
                </a:solidFill>
              </a:defRPr>
            </a:pPr>
            <a:r>
              <a:t>🎵 BINGO MUSICAL - Clásicos Pop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30/40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Don't You (Forget About Me) - Simple Minds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Sweet Dreams - Eurythmics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Wake Me Up Before You Go-Go - Wham!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Billie Jean - Michael Jackson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I Wanna Dance With Somebody - Whitney Houston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Livin' on a Prayer - Bon Jovi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Sweet Child O' Mine - Guns N' Roses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I'll Be There for You - The Rembrandts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Like a Prayer - Madonna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Every Breath You Take - The Police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Total Eclipse of the Heart - Bonnie Tyler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Take On Me - a-ha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Africa - Toto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Careless Whisper - George Michael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Eye of the Tiger - Survivor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Karma Chameleon - Culture Club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I Want to Break Free - Queen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When Doves Cry - Prince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Walking on Sunshine - Katrina and the Waves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...Baby One More Time - Britney Spears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30 de 40 · bingomusicalgratis.es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6B9D"/>
                </a:solidFill>
              </a:defRPr>
            </a:pPr>
            <a:r>
              <a:t>🎵 BINGO MUSICAL - Clásicos Pop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31/40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Africa - Toto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Total Eclipse of the Heart - Bonnie Tyler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With or Without You - U2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...Baby One More Time - Britney Spears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Like a Prayer - Madonna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Careless Whisper - George Michael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Take On Me - a-ha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Eye of the Tiger - Survivor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Billie Jean - Michael Jackson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When Doves Cry - Prince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Walking on Sunshine - Katrina and the Waves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I Want to Break Free - Queen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Time After Time - Cyndi Lauper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Don't Stop Believin' - Journey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Livin' on a Prayer - Bon Jovi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Karma Chameleon - Culture Club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Don't You (Forget About Me) - Simple Minds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Girls Just Want to Have Fun - Cyndi Lauper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Wake Me Up Before You Go-Go - Wham!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Sweet Child O' Mine - Guns N' Roses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31 de 40 · bingomusicalgratis.es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6B9D"/>
                </a:solidFill>
              </a:defRPr>
            </a:pPr>
            <a:r>
              <a:t>🎵 BINGO MUSICAL - Clásicos Pop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32/40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Time After Time - Cyndi Lauper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Sweet Dreams - Eurythmics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Africa - Toto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With or Without You - U2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Don't Stop Believin' - Journey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Careless Whisper - George Michael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Wake Me Up Before You Go-Go - Wham!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Sweet Child O' Mine - Guns N' Roses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Wannabe - Spice Girls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I'll Be There for You - The Rembrandts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I Wanna Dance With Somebody - Whitney Houston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Don't You (Forget About Me) - Simple Minds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Billie Jean - Michael Jackson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...Baby One More Time - Britney Spears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Walking on Sunshine - Katrina and the Waves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Take On Me - a-ha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Eye of the Tiger - Survivor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Livin' on a Prayer - Bon Jovi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When Doves Cry - Prince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Karma Chameleon - Culture Club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32 de 40 · bingomusicalgratis.es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6B9D"/>
                </a:solidFill>
              </a:defRPr>
            </a:pPr>
            <a:r>
              <a:t>🎵 BINGO MUSICAL - Clásicos Pop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33/40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When Doves Cry - Prince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Total Eclipse of the Heart - Bonnie Tyler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Karma Chameleon - Culture Club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Careless Whisper - George Michael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Girls Just Want to Have Fun - Cyndi Lauper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Like a Prayer - Madonna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Billie Jean - Michael Jackson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Wake Me Up Before You Go-Go - Wham!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I Wanna Dance With Somebody - Whitney Houston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Eye of the Tiger - Survivor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Africa - Toto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Sweet Child O' Mine - Guns N' Roses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I Want to Break Free - Queen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Livin' on a Prayer - Bon Jovi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Don't Stop Believin' - Journey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With or Without You - U2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Take On Me - a-ha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I'll Be There for You - The Rembrandts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Sweet Dreams - Eurythmics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Every Breath You Take - The Police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33 de 40 · bingomusicalgratis.es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6B9D"/>
                </a:solidFill>
              </a:defRPr>
            </a:pPr>
            <a:r>
              <a:t>🎵 BINGO MUSICAL - Clásicos Pop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34/40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Take On Me - a-ha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...Baby One More Time - Britney Spears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Billie Jean - Michael Jackson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Don't You (Forget About Me) - Simple Minds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Every Breath You Take - The Police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Sweet Dreams - Eurythmics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Don't Stop Believin' - Journey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Time After Time - Cyndi Lauper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Careless Whisper - George Michael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Wake Me Up Before You Go-Go - Wham!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Total Eclipse of the Heart - Bonnie Tyler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Sweet Child O' Mine - Guns N' Roses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Africa - Toto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With or Without You - U2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Like a Prayer - Madonna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Karma Chameleon - Culture Club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Walking on Sunshine - Katrina and the Waves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Eye of the Tiger - Survivor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I'll Be There for You - The Rembrandts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I Wanna Dance With Somebody - Whitney Houston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34 de 40 · bingomusicalgratis.es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6B9D"/>
                </a:solidFill>
              </a:defRPr>
            </a:pPr>
            <a:r>
              <a:t>🎵 BINGO MUSICAL - Clásicos Pop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35/40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Sweet Child O' Mine - Guns N' Roses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When Doves Cry - Prince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Billie Jean - Michael Jackson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...Baby One More Time - Britney Spears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Livin' on a Prayer - Bon Jovi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Take On Me - a-ha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Wannabe - Spice Girls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Don't Stop Believin' - Journey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Time After Time - Cyndi Lauper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Walking on Sunshine - Katrina and the Waves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Sweet Dreams - Eurythmics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Every Breath You Take - The Police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Eye of the Tiger - Survivor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Total Eclipse of the Heart - Bonnie Tyler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I'll Be There for You - The Rembrandts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Karma Chameleon - Culture Club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Careless Whisper - George Michael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Wake Me Up Before You Go-Go - Wham!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Don't You (Forget About Me) - Simple Minds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With or Without You - U2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35 de 40 · bingomusicalgratis.es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6B9D"/>
                </a:solidFill>
              </a:defRPr>
            </a:pPr>
            <a:r>
              <a:t>🎵 BINGO MUSICAL - Clásicos Pop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36/40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Don't You (Forget About Me) - Simple Minds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Don't Stop Believin' - Journey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Livin' on a Prayer - Bon Jovi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Total Eclipse of the Heart - Bonnie Tyler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Take On Me - a-ha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Karma Chameleon - Culture Club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Sweet Dreams - Eurythmics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Careless Whisper - George Michael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Walking on Sunshine - Katrina and the Waves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Like a Prayer - Madonna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With or Without You - U2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Time After Time - Cyndi Lauper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I'll Be There for You - The Rembrandts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Billie Jean - Michael Jackson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Sweet Child O' Mine - Guns N' Roses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Girls Just Want to Have Fun - Cyndi Lauper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When Doves Cry - Prince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...Baby One More Time - Britney Spears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I Want to Break Free - Queen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Wannabe - Spice Girls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36 de 40 · bingomusicalgratis.es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6B9D"/>
                </a:solidFill>
              </a:defRPr>
            </a:pPr>
            <a:r>
              <a:t>🎵 BINGO MUSICAL - Clásicos Pop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37/40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Like a Prayer - Madonna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When Doves Cry - Prince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Total Eclipse of the Heart - Bonnie Tyler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Wake Me Up Before You Go-Go - Wham!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I Wanna Dance With Somebody - Whitney Houston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Walking on Sunshine - Katrina and the Waves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Karma Chameleon - Culture Club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I Want to Break Free - Queen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Don't You (Forget About Me) - Simple Minds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Careless Whisper - George Michael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I'll Be There for You - The Rembrandts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Sweet Child O' Mine - Guns N' Roses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Take On Me - a-ha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Every Breath You Take - The Police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Time After Time - Cyndi Lauper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With or Without You - U2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Girls Just Want to Have Fun - Cyndi Lauper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Wannabe - Spice Girls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Eye of the Tiger - Survivor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Billie Jean - Michael Jackson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37 de 40 · bingomusicalgratis.es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6B9D"/>
                </a:solidFill>
              </a:defRPr>
            </a:pPr>
            <a:r>
              <a:t>🎵 BINGO MUSICAL - Clásicos Pop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38/40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Time After Time - Cyndi Lauper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Sweet Dreams - Eurythmics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Take On Me - a-ha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When Doves Cry - Prince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Careless Whisper - George Michael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I Want to Break Free - Queen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Africa - Toto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Don't Stop Believin' - Journey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Wannabe - Spice Girls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Wake Me Up Before You Go-Go - Wham!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Livin' on a Prayer - Bon Jovi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Girls Just Want to Have Fun - Cyndi Lauper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With or Without You - U2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I Wanna Dance With Somebody - Whitney Houston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Like a Prayer - Madonna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...Baby One More Time - Britney Spears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Walking on Sunshine - Katrina and the Waves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Eye of the Tiger - Survivor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I'll Be There for You - The Rembrandts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Sweet Child O' Mine - Guns N' Roses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38 de 40 · bingomusicalgratis.es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6B9D"/>
                </a:solidFill>
              </a:defRPr>
            </a:pPr>
            <a:r>
              <a:t>🎵 BINGO MUSICAL - Clásicos Pop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39/40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Girls Just Want to Have Fun - Cyndi Lauper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When Doves Cry - Prince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Karma Chameleon - Culture Club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Total Eclipse of the Heart - Bonnie Tyler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Billie Jean - Michael Jackson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Like a Prayer - Madonna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Wannabe - Spice Girls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I Wanna Dance With Somebody - Whitney Houston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Every Breath You Take - The Police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Sweet Dreams - Eurythmics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Take On Me - a-ha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Wake Me Up Before You Go-Go - Wham!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Time After Time - Cyndi Lauper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Eye of the Tiger - Survivor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I Want to Break Free - Queen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...Baby One More Time - Britney Spears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Careless Whisper - George Michael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Walking on Sunshine - Katrina and the Waves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I'll Be There for You - The Rembrandts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Africa - Toto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39 de 40 · bingomusicalgratis.es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6B9D"/>
                </a:solidFill>
              </a:defRPr>
            </a:pPr>
            <a:r>
              <a:t>🎵 BINGO MUSICAL - Clásicos Pop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40/40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When Doves Cry - Prince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Careless Whisper - George Michael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Billie Jean - Michael Jackson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Karma Chameleon - Culture Club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Time After Time - Cyndi Lauper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Girls Just Want to Have Fun - Cyndi Lauper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Sweet Dreams - Eurythmics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Africa - Toto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Eye of the Tiger - Survivor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Wake Me Up Before You Go-Go - Wham!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I Want to Break Free - Queen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With or Without You - U2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...Baby One More Time - Britney Spears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Take On Me - a-ha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Every Breath You Take - The Police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I'll Be There for You - The Rembrandts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I Wanna Dance With Somebody - Whitney Houston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Total Eclipse of the Heart - Bonnie Tyler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Wannabe - Spice Girls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Don't Stop Believin' - Journey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40 de 40 · bingomusicalgratis.es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